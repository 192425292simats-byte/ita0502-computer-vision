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1" r:id="rId2"/>
    <p:sldId id="256" r:id="rId3"/>
    <p:sldId id="257" r:id="rId4"/>
    <p:sldId id="259" r:id="rId5"/>
    <p:sldId id="260" r:id="rId6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39400E-78F2-40F1-8188-508F51A74A48}" v="18" dt="2026-07-14T10:52:22.75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8" d="100"/>
          <a:sy n="48" d="100"/>
        </p:scale>
        <p:origin x="821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nnetisunil19@gmail.com" userId="a3f8ff355bfa7070" providerId="LiveId" clId="{44D05C32-F010-4128-8224-0CC86428E99E}"/>
    <pc:docChg chg="undo custSel addSld delSld modSld sldOrd">
      <pc:chgData name="vannetisunil19@gmail.com" userId="a3f8ff355bfa7070" providerId="LiveId" clId="{44D05C32-F010-4128-8224-0CC86428E99E}" dt="2026-07-14T11:13:01.509" v="202" actId="22"/>
      <pc:docMkLst>
        <pc:docMk/>
      </pc:docMkLst>
      <pc:sldChg chg="addSp delSp modSp mod">
        <pc:chgData name="vannetisunil19@gmail.com" userId="a3f8ff355bfa7070" providerId="LiveId" clId="{44D05C32-F010-4128-8224-0CC86428E99E}" dt="2026-07-14T11:12:54.284" v="198" actId="22"/>
        <pc:sldMkLst>
          <pc:docMk/>
          <pc:sldMk cId="0" sldId="256"/>
        </pc:sldMkLst>
        <pc:spChg chg="mod">
          <ac:chgData name="vannetisunil19@gmail.com" userId="a3f8ff355bfa7070" providerId="LiveId" clId="{44D05C32-F010-4128-8224-0CC86428E99E}" dt="2026-07-14T11:08:22.932" v="181" actId="1076"/>
          <ac:spMkLst>
            <pc:docMk/>
            <pc:sldMk cId="0" sldId="256"/>
            <ac:spMk id="5" creationId="{00000000-0000-0000-0000-000000000000}"/>
          </ac:spMkLst>
        </pc:spChg>
        <pc:spChg chg="del">
          <ac:chgData name="vannetisunil19@gmail.com" userId="a3f8ff355bfa7070" providerId="LiveId" clId="{44D05C32-F010-4128-8224-0CC86428E99E}" dt="2026-07-14T11:08:52.433" v="183" actId="478"/>
          <ac:spMkLst>
            <pc:docMk/>
            <pc:sldMk cId="0" sldId="256"/>
            <ac:spMk id="12" creationId="{00000000-0000-0000-0000-000000000000}"/>
          </ac:spMkLst>
        </pc:spChg>
        <pc:spChg chg="del">
          <ac:chgData name="vannetisunil19@gmail.com" userId="a3f8ff355bfa7070" providerId="LiveId" clId="{44D05C32-F010-4128-8224-0CC86428E99E}" dt="2026-07-14T11:08:47.666" v="182" actId="478"/>
          <ac:spMkLst>
            <pc:docMk/>
            <pc:sldMk cId="0" sldId="256"/>
            <ac:spMk id="13" creationId="{00000000-0000-0000-0000-000000000000}"/>
          </ac:spMkLst>
        </pc:spChg>
        <pc:picChg chg="add mod">
          <ac:chgData name="vannetisunil19@gmail.com" userId="a3f8ff355bfa7070" providerId="LiveId" clId="{44D05C32-F010-4128-8224-0CC86428E99E}" dt="2026-07-14T11:07:05.130" v="154" actId="1076"/>
          <ac:picMkLst>
            <pc:docMk/>
            <pc:sldMk cId="0" sldId="256"/>
            <ac:picMk id="16" creationId="{D0E9744B-5DCC-8AA2-3A4C-6C97FF4C4637}"/>
          </ac:picMkLst>
        </pc:picChg>
        <pc:picChg chg="add">
          <ac:chgData name="vannetisunil19@gmail.com" userId="a3f8ff355bfa7070" providerId="LiveId" clId="{44D05C32-F010-4128-8224-0CC86428E99E}" dt="2026-07-14T11:12:54.284" v="198" actId="22"/>
          <ac:picMkLst>
            <pc:docMk/>
            <pc:sldMk cId="0" sldId="256"/>
            <ac:picMk id="18" creationId="{7C702351-EF88-AB6F-54AC-A126E79588DA}"/>
          </ac:picMkLst>
        </pc:picChg>
      </pc:sldChg>
      <pc:sldChg chg="addSp modSp mod">
        <pc:chgData name="vannetisunil19@gmail.com" userId="a3f8ff355bfa7070" providerId="LiveId" clId="{44D05C32-F010-4128-8224-0CC86428E99E}" dt="2026-07-14T11:12:56.222" v="199" actId="22"/>
        <pc:sldMkLst>
          <pc:docMk/>
          <pc:sldMk cId="0" sldId="257"/>
        </pc:sldMkLst>
        <pc:spChg chg="mod">
          <ac:chgData name="vannetisunil19@gmail.com" userId="a3f8ff355bfa7070" providerId="LiveId" clId="{44D05C32-F010-4128-8224-0CC86428E99E}" dt="2026-07-14T10:54:11.062" v="111" actId="1036"/>
          <ac:spMkLst>
            <pc:docMk/>
            <pc:sldMk cId="0" sldId="257"/>
            <ac:spMk id="2" creationId="{00000000-0000-0000-0000-000000000000}"/>
          </ac:spMkLst>
        </pc:spChg>
        <pc:spChg chg="mod">
          <ac:chgData name="vannetisunil19@gmail.com" userId="a3f8ff355bfa7070" providerId="LiveId" clId="{44D05C32-F010-4128-8224-0CC86428E99E}" dt="2026-07-14T11:11:09.677" v="192" actId="1076"/>
          <ac:spMkLst>
            <pc:docMk/>
            <pc:sldMk cId="0" sldId="257"/>
            <ac:spMk id="3" creationId="{00000000-0000-0000-0000-000000000000}"/>
          </ac:spMkLst>
        </pc:spChg>
        <pc:picChg chg="add mod">
          <ac:chgData name="vannetisunil19@gmail.com" userId="a3f8ff355bfa7070" providerId="LiveId" clId="{44D05C32-F010-4128-8224-0CC86428E99E}" dt="2026-07-14T10:59:16.178" v="121" actId="14100"/>
          <ac:picMkLst>
            <pc:docMk/>
            <pc:sldMk cId="0" sldId="257"/>
            <ac:picMk id="20" creationId="{36A65E79-C2D3-DD1D-C066-1E1106D187F0}"/>
          </ac:picMkLst>
        </pc:picChg>
        <pc:picChg chg="add">
          <ac:chgData name="vannetisunil19@gmail.com" userId="a3f8ff355bfa7070" providerId="LiveId" clId="{44D05C32-F010-4128-8224-0CC86428E99E}" dt="2026-07-14T11:10:23.813" v="185" actId="22"/>
          <ac:picMkLst>
            <pc:docMk/>
            <pc:sldMk cId="0" sldId="257"/>
            <ac:picMk id="22" creationId="{5C365462-9B2C-F1E5-4A44-55EAA03A49B8}"/>
          </ac:picMkLst>
        </pc:picChg>
        <pc:picChg chg="add">
          <ac:chgData name="vannetisunil19@gmail.com" userId="a3f8ff355bfa7070" providerId="LiveId" clId="{44D05C32-F010-4128-8224-0CC86428E99E}" dt="2026-07-14T11:12:56.222" v="199" actId="22"/>
          <ac:picMkLst>
            <pc:docMk/>
            <pc:sldMk cId="0" sldId="257"/>
            <ac:picMk id="24" creationId="{9652FBA8-ED7D-CBA3-3FB7-AE9F81F8ED5E}"/>
          </ac:picMkLst>
        </pc:picChg>
      </pc:sldChg>
      <pc:sldChg chg="addSp delSp modSp mod">
        <pc:chgData name="vannetisunil19@gmail.com" userId="a3f8ff355bfa7070" providerId="LiveId" clId="{44D05C32-F010-4128-8224-0CC86428E99E}" dt="2026-07-14T11:12:57.931" v="200" actId="22"/>
        <pc:sldMkLst>
          <pc:docMk/>
          <pc:sldMk cId="0" sldId="258"/>
        </pc:sldMkLst>
        <pc:spChg chg="del">
          <ac:chgData name="vannetisunil19@gmail.com" userId="a3f8ff355bfa7070" providerId="LiveId" clId="{44D05C32-F010-4128-8224-0CC86428E99E}" dt="2026-07-14T10:59:39.662" v="122" actId="478"/>
          <ac:spMkLst>
            <pc:docMk/>
            <pc:sldMk cId="0" sldId="258"/>
            <ac:spMk id="9" creationId="{00000000-0000-0000-0000-000000000000}"/>
          </ac:spMkLst>
        </pc:spChg>
        <pc:spChg chg="mod">
          <ac:chgData name="vannetisunil19@gmail.com" userId="a3f8ff355bfa7070" providerId="LiveId" clId="{44D05C32-F010-4128-8224-0CC86428E99E}" dt="2026-07-14T11:12:11.838" v="195" actId="1076"/>
          <ac:spMkLst>
            <pc:docMk/>
            <pc:sldMk cId="0" sldId="258"/>
            <ac:spMk id="11" creationId="{00000000-0000-0000-0000-000000000000}"/>
          </ac:spMkLst>
        </pc:spChg>
        <pc:spChg chg="del">
          <ac:chgData name="vannetisunil19@gmail.com" userId="a3f8ff355bfa7070" providerId="LiveId" clId="{44D05C32-F010-4128-8224-0CC86428E99E}" dt="2026-07-14T11:03:55.573" v="135" actId="478"/>
          <ac:spMkLst>
            <pc:docMk/>
            <pc:sldMk cId="0" sldId="258"/>
            <ac:spMk id="12" creationId="{00000000-0000-0000-0000-000000000000}"/>
          </ac:spMkLst>
        </pc:spChg>
        <pc:spChg chg="del">
          <ac:chgData name="vannetisunil19@gmail.com" userId="a3f8ff355bfa7070" providerId="LiveId" clId="{44D05C32-F010-4128-8224-0CC86428E99E}" dt="2026-07-14T11:03:59.013" v="136" actId="478"/>
          <ac:spMkLst>
            <pc:docMk/>
            <pc:sldMk cId="0" sldId="258"/>
            <ac:spMk id="13" creationId="{00000000-0000-0000-0000-000000000000}"/>
          </ac:spMkLst>
        </pc:spChg>
        <pc:spChg chg="del">
          <ac:chgData name="vannetisunil19@gmail.com" userId="a3f8ff355bfa7070" providerId="LiveId" clId="{44D05C32-F010-4128-8224-0CC86428E99E}" dt="2026-07-14T11:04:04.292" v="137" actId="478"/>
          <ac:spMkLst>
            <pc:docMk/>
            <pc:sldMk cId="0" sldId="258"/>
            <ac:spMk id="14" creationId="{00000000-0000-0000-0000-000000000000}"/>
          </ac:spMkLst>
        </pc:spChg>
        <pc:spChg chg="del">
          <ac:chgData name="vannetisunil19@gmail.com" userId="a3f8ff355bfa7070" providerId="LiveId" clId="{44D05C32-F010-4128-8224-0CC86428E99E}" dt="2026-07-14T11:04:08.460" v="138" actId="478"/>
          <ac:spMkLst>
            <pc:docMk/>
            <pc:sldMk cId="0" sldId="258"/>
            <ac:spMk id="15" creationId="{00000000-0000-0000-0000-000000000000}"/>
          </ac:spMkLst>
        </pc:spChg>
        <pc:spChg chg="del">
          <ac:chgData name="vannetisunil19@gmail.com" userId="a3f8ff355bfa7070" providerId="LiveId" clId="{44D05C32-F010-4128-8224-0CC86428E99E}" dt="2026-07-14T11:04:12.062" v="139" actId="478"/>
          <ac:spMkLst>
            <pc:docMk/>
            <pc:sldMk cId="0" sldId="258"/>
            <ac:spMk id="16" creationId="{00000000-0000-0000-0000-000000000000}"/>
          </ac:spMkLst>
        </pc:spChg>
        <pc:spChg chg="del mod">
          <ac:chgData name="vannetisunil19@gmail.com" userId="a3f8ff355bfa7070" providerId="LiveId" clId="{44D05C32-F010-4128-8224-0CC86428E99E}" dt="2026-07-14T11:04:29.284" v="142" actId="478"/>
          <ac:spMkLst>
            <pc:docMk/>
            <pc:sldMk cId="0" sldId="258"/>
            <ac:spMk id="17" creationId="{00000000-0000-0000-0000-000000000000}"/>
          </ac:spMkLst>
        </pc:spChg>
        <pc:spChg chg="del">
          <ac:chgData name="vannetisunil19@gmail.com" userId="a3f8ff355bfa7070" providerId="LiveId" clId="{44D05C32-F010-4128-8224-0CC86428E99E}" dt="2026-07-14T11:04:17.909" v="140" actId="478"/>
          <ac:spMkLst>
            <pc:docMk/>
            <pc:sldMk cId="0" sldId="258"/>
            <ac:spMk id="18" creationId="{00000000-0000-0000-0000-000000000000}"/>
          </ac:spMkLst>
        </pc:spChg>
        <pc:spChg chg="del">
          <ac:chgData name="vannetisunil19@gmail.com" userId="a3f8ff355bfa7070" providerId="LiveId" clId="{44D05C32-F010-4128-8224-0CC86428E99E}" dt="2026-07-14T11:04:32.313" v="143" actId="478"/>
          <ac:spMkLst>
            <pc:docMk/>
            <pc:sldMk cId="0" sldId="258"/>
            <ac:spMk id="19" creationId="{00000000-0000-0000-0000-000000000000}"/>
          </ac:spMkLst>
        </pc:spChg>
        <pc:spChg chg="del">
          <ac:chgData name="vannetisunil19@gmail.com" userId="a3f8ff355bfa7070" providerId="LiveId" clId="{44D05C32-F010-4128-8224-0CC86428E99E}" dt="2026-07-14T11:04:35.291" v="144" actId="478"/>
          <ac:spMkLst>
            <pc:docMk/>
            <pc:sldMk cId="0" sldId="258"/>
            <ac:spMk id="20" creationId="{00000000-0000-0000-0000-000000000000}"/>
          </ac:spMkLst>
        </pc:spChg>
        <pc:spChg chg="del">
          <ac:chgData name="vannetisunil19@gmail.com" userId="a3f8ff355bfa7070" providerId="LiveId" clId="{44D05C32-F010-4128-8224-0CC86428E99E}" dt="2026-07-14T11:04:37.870" v="145" actId="478"/>
          <ac:spMkLst>
            <pc:docMk/>
            <pc:sldMk cId="0" sldId="258"/>
            <ac:spMk id="21" creationId="{00000000-0000-0000-0000-000000000000}"/>
          </ac:spMkLst>
        </pc:spChg>
        <pc:grpChg chg="del">
          <ac:chgData name="vannetisunil19@gmail.com" userId="a3f8ff355bfa7070" providerId="LiveId" clId="{44D05C32-F010-4128-8224-0CC86428E99E}" dt="2026-07-14T10:59:44" v="123" actId="478"/>
          <ac:grpSpMkLst>
            <pc:docMk/>
            <pc:sldMk cId="0" sldId="258"/>
            <ac:grpSpMk id="5" creationId="{00000000-0000-0000-0000-000000000000}"/>
          </ac:grpSpMkLst>
        </pc:grpChg>
        <pc:picChg chg="add mod">
          <ac:chgData name="vannetisunil19@gmail.com" userId="a3f8ff355bfa7070" providerId="LiveId" clId="{44D05C32-F010-4128-8224-0CC86428E99E}" dt="2026-07-14T11:06:10.567" v="151" actId="14100"/>
          <ac:picMkLst>
            <pc:docMk/>
            <pc:sldMk cId="0" sldId="258"/>
            <ac:picMk id="24" creationId="{27FD5DD2-A4A7-7802-C54D-7E6D3C1E5091}"/>
          </ac:picMkLst>
        </pc:picChg>
        <pc:picChg chg="add">
          <ac:chgData name="vannetisunil19@gmail.com" userId="a3f8ff355bfa7070" providerId="LiveId" clId="{44D05C32-F010-4128-8224-0CC86428E99E}" dt="2026-07-14T11:10:33.301" v="187" actId="22"/>
          <ac:picMkLst>
            <pc:docMk/>
            <pc:sldMk cId="0" sldId="258"/>
            <ac:picMk id="26" creationId="{CD5FF490-376F-5EF5-589B-40DB3C7B4C52}"/>
          </ac:picMkLst>
        </pc:picChg>
        <pc:picChg chg="add">
          <ac:chgData name="vannetisunil19@gmail.com" userId="a3f8ff355bfa7070" providerId="LiveId" clId="{44D05C32-F010-4128-8224-0CC86428E99E}" dt="2026-07-14T11:12:57.931" v="200" actId="22"/>
          <ac:picMkLst>
            <pc:docMk/>
            <pc:sldMk cId="0" sldId="258"/>
            <ac:picMk id="28" creationId="{09E0EC26-DE4A-25D5-927D-A46BFEB74F92}"/>
          </ac:picMkLst>
        </pc:picChg>
      </pc:sldChg>
      <pc:sldChg chg="addSp delSp modSp mod">
        <pc:chgData name="vannetisunil19@gmail.com" userId="a3f8ff355bfa7070" providerId="LiveId" clId="{44D05C32-F010-4128-8224-0CC86428E99E}" dt="2026-07-14T11:12:59.474" v="201" actId="22"/>
        <pc:sldMkLst>
          <pc:docMk/>
          <pc:sldMk cId="0" sldId="259"/>
        </pc:sldMkLst>
        <pc:spChg chg="del">
          <ac:chgData name="vannetisunil19@gmail.com" userId="a3f8ff355bfa7070" providerId="LiveId" clId="{44D05C32-F010-4128-8224-0CC86428E99E}" dt="2026-07-14T10:33:27.730" v="1" actId="478"/>
          <ac:spMkLst>
            <pc:docMk/>
            <pc:sldMk cId="0" sldId="259"/>
            <ac:spMk id="3" creationId="{00000000-0000-0000-0000-000000000000}"/>
          </ac:spMkLst>
        </pc:spChg>
        <pc:spChg chg="del">
          <ac:chgData name="vannetisunil19@gmail.com" userId="a3f8ff355bfa7070" providerId="LiveId" clId="{44D05C32-F010-4128-8224-0CC86428E99E}" dt="2026-07-14T10:33:27.730" v="1" actId="478"/>
          <ac:spMkLst>
            <pc:docMk/>
            <pc:sldMk cId="0" sldId="259"/>
            <ac:spMk id="4" creationId="{00000000-0000-0000-0000-000000000000}"/>
          </ac:spMkLst>
        </pc:spChg>
        <pc:spChg chg="mod">
          <ac:chgData name="vannetisunil19@gmail.com" userId="a3f8ff355bfa7070" providerId="LiveId" clId="{44D05C32-F010-4128-8224-0CC86428E99E}" dt="2026-07-14T11:12:22.407" v="196" actId="1076"/>
          <ac:spMkLst>
            <pc:docMk/>
            <pc:sldMk cId="0" sldId="259"/>
            <ac:spMk id="5" creationId="{00000000-0000-0000-0000-000000000000}"/>
          </ac:spMkLst>
        </pc:spChg>
        <pc:spChg chg="del">
          <ac:chgData name="vannetisunil19@gmail.com" userId="a3f8ff355bfa7070" providerId="LiveId" clId="{44D05C32-F010-4128-8224-0CC86428E99E}" dt="2026-07-14T10:33:27.730" v="1" actId="478"/>
          <ac:spMkLst>
            <pc:docMk/>
            <pc:sldMk cId="0" sldId="259"/>
            <ac:spMk id="6" creationId="{00000000-0000-0000-0000-000000000000}"/>
          </ac:spMkLst>
        </pc:spChg>
        <pc:spChg chg="del">
          <ac:chgData name="vannetisunil19@gmail.com" userId="a3f8ff355bfa7070" providerId="LiveId" clId="{44D05C32-F010-4128-8224-0CC86428E99E}" dt="2026-07-14T10:33:27.730" v="1" actId="478"/>
          <ac:spMkLst>
            <pc:docMk/>
            <pc:sldMk cId="0" sldId="259"/>
            <ac:spMk id="7" creationId="{00000000-0000-0000-0000-000000000000}"/>
          </ac:spMkLst>
        </pc:spChg>
        <pc:spChg chg="del">
          <ac:chgData name="vannetisunil19@gmail.com" userId="a3f8ff355bfa7070" providerId="LiveId" clId="{44D05C32-F010-4128-8224-0CC86428E99E}" dt="2026-07-14T10:33:27.730" v="1" actId="478"/>
          <ac:spMkLst>
            <pc:docMk/>
            <pc:sldMk cId="0" sldId="259"/>
            <ac:spMk id="8" creationId="{00000000-0000-0000-0000-000000000000}"/>
          </ac:spMkLst>
        </pc:spChg>
        <pc:spChg chg="del">
          <ac:chgData name="vannetisunil19@gmail.com" userId="a3f8ff355bfa7070" providerId="LiveId" clId="{44D05C32-F010-4128-8224-0CC86428E99E}" dt="2026-07-14T10:33:27.730" v="1" actId="478"/>
          <ac:spMkLst>
            <pc:docMk/>
            <pc:sldMk cId="0" sldId="259"/>
            <ac:spMk id="9" creationId="{00000000-0000-0000-0000-000000000000}"/>
          </ac:spMkLst>
        </pc:spChg>
        <pc:spChg chg="del">
          <ac:chgData name="vannetisunil19@gmail.com" userId="a3f8ff355bfa7070" providerId="LiveId" clId="{44D05C32-F010-4128-8224-0CC86428E99E}" dt="2026-07-14T10:33:27.730" v="1" actId="478"/>
          <ac:spMkLst>
            <pc:docMk/>
            <pc:sldMk cId="0" sldId="259"/>
            <ac:spMk id="10" creationId="{00000000-0000-0000-0000-000000000000}"/>
          </ac:spMkLst>
        </pc:spChg>
        <pc:spChg chg="del">
          <ac:chgData name="vannetisunil19@gmail.com" userId="a3f8ff355bfa7070" providerId="LiveId" clId="{44D05C32-F010-4128-8224-0CC86428E99E}" dt="2026-07-14T10:33:27.730" v="1" actId="478"/>
          <ac:spMkLst>
            <pc:docMk/>
            <pc:sldMk cId="0" sldId="259"/>
            <ac:spMk id="12" creationId="{00000000-0000-0000-0000-000000000000}"/>
          </ac:spMkLst>
        </pc:spChg>
        <pc:spChg chg="del">
          <ac:chgData name="vannetisunil19@gmail.com" userId="a3f8ff355bfa7070" providerId="LiveId" clId="{44D05C32-F010-4128-8224-0CC86428E99E}" dt="2026-07-14T10:33:27.730" v="1" actId="478"/>
          <ac:spMkLst>
            <pc:docMk/>
            <pc:sldMk cId="0" sldId="259"/>
            <ac:spMk id="13" creationId="{00000000-0000-0000-0000-000000000000}"/>
          </ac:spMkLst>
        </pc:spChg>
        <pc:spChg chg="del">
          <ac:chgData name="vannetisunil19@gmail.com" userId="a3f8ff355bfa7070" providerId="LiveId" clId="{44D05C32-F010-4128-8224-0CC86428E99E}" dt="2026-07-14T10:33:27.730" v="1" actId="478"/>
          <ac:spMkLst>
            <pc:docMk/>
            <pc:sldMk cId="0" sldId="259"/>
            <ac:spMk id="14" creationId="{00000000-0000-0000-0000-000000000000}"/>
          </ac:spMkLst>
        </pc:spChg>
        <pc:picChg chg="add mod">
          <ac:chgData name="vannetisunil19@gmail.com" userId="a3f8ff355bfa7070" providerId="LiveId" clId="{44D05C32-F010-4128-8224-0CC86428E99E}" dt="2026-07-14T10:34:11.991" v="10" actId="14100"/>
          <ac:picMkLst>
            <pc:docMk/>
            <pc:sldMk cId="0" sldId="259"/>
            <ac:picMk id="16" creationId="{E1293A93-69DC-AB4F-E9CA-8488C1FE55D5}"/>
          </ac:picMkLst>
        </pc:picChg>
        <pc:picChg chg="add">
          <ac:chgData name="vannetisunil19@gmail.com" userId="a3f8ff355bfa7070" providerId="LiveId" clId="{44D05C32-F010-4128-8224-0CC86428E99E}" dt="2026-07-14T11:10:42.069" v="189" actId="22"/>
          <ac:picMkLst>
            <pc:docMk/>
            <pc:sldMk cId="0" sldId="259"/>
            <ac:picMk id="18" creationId="{0F326A57-8C9F-BF0F-D84F-BA998CB409D9}"/>
          </ac:picMkLst>
        </pc:picChg>
        <pc:picChg chg="add">
          <ac:chgData name="vannetisunil19@gmail.com" userId="a3f8ff355bfa7070" providerId="LiveId" clId="{44D05C32-F010-4128-8224-0CC86428E99E}" dt="2026-07-14T11:12:59.474" v="201" actId="22"/>
          <ac:picMkLst>
            <pc:docMk/>
            <pc:sldMk cId="0" sldId="259"/>
            <ac:picMk id="20" creationId="{06A05853-BEFF-7FDF-DD05-E17AFC35A940}"/>
          </ac:picMkLst>
        </pc:picChg>
      </pc:sldChg>
      <pc:sldChg chg="addSp delSp modSp mod">
        <pc:chgData name="vannetisunil19@gmail.com" userId="a3f8ff355bfa7070" providerId="LiveId" clId="{44D05C32-F010-4128-8224-0CC86428E99E}" dt="2026-07-14T11:13:01.509" v="202" actId="22"/>
        <pc:sldMkLst>
          <pc:docMk/>
          <pc:sldMk cId="0" sldId="260"/>
        </pc:sldMkLst>
        <pc:spChg chg="del">
          <ac:chgData name="vannetisunil19@gmail.com" userId="a3f8ff355bfa7070" providerId="LiveId" clId="{44D05C32-F010-4128-8224-0CC86428E99E}" dt="2026-07-14T10:54:59.658" v="112" actId="478"/>
          <ac:spMkLst>
            <pc:docMk/>
            <pc:sldMk cId="0" sldId="260"/>
            <ac:spMk id="6" creationId="{00000000-0000-0000-0000-000000000000}"/>
          </ac:spMkLst>
        </pc:spChg>
        <pc:spChg chg="mod">
          <ac:chgData name="vannetisunil19@gmail.com" userId="a3f8ff355bfa7070" providerId="LiveId" clId="{44D05C32-F010-4128-8224-0CC86428E99E}" dt="2026-07-14T11:12:33.271" v="197" actId="1076"/>
          <ac:spMkLst>
            <pc:docMk/>
            <pc:sldMk cId="0" sldId="260"/>
            <ac:spMk id="7" creationId="{00000000-0000-0000-0000-000000000000}"/>
          </ac:spMkLst>
        </pc:spChg>
        <pc:spChg chg="mod">
          <ac:chgData name="vannetisunil19@gmail.com" userId="a3f8ff355bfa7070" providerId="LiveId" clId="{44D05C32-F010-4128-8224-0CC86428E99E}" dt="2026-07-14T10:55:12.173" v="113" actId="20577"/>
          <ac:spMkLst>
            <pc:docMk/>
            <pc:sldMk cId="0" sldId="260"/>
            <ac:spMk id="8" creationId="{00000000-0000-0000-0000-000000000000}"/>
          </ac:spMkLst>
        </pc:spChg>
        <pc:picChg chg="add">
          <ac:chgData name="vannetisunil19@gmail.com" userId="a3f8ff355bfa7070" providerId="LiveId" clId="{44D05C32-F010-4128-8224-0CC86428E99E}" dt="2026-07-14T11:10:51.373" v="191" actId="22"/>
          <ac:picMkLst>
            <pc:docMk/>
            <pc:sldMk cId="0" sldId="260"/>
            <ac:picMk id="11" creationId="{E65270E2-6B9B-A972-9870-961E5DB84AE1}"/>
          </ac:picMkLst>
        </pc:picChg>
        <pc:picChg chg="add">
          <ac:chgData name="vannetisunil19@gmail.com" userId="a3f8ff355bfa7070" providerId="LiveId" clId="{44D05C32-F010-4128-8224-0CC86428E99E}" dt="2026-07-14T11:13:01.509" v="202" actId="22"/>
          <ac:picMkLst>
            <pc:docMk/>
            <pc:sldMk cId="0" sldId="260"/>
            <ac:picMk id="13" creationId="{70342462-F4C8-3F7D-50CA-705B5C618E0A}"/>
          </ac:picMkLst>
        </pc:picChg>
      </pc:sldChg>
      <pc:sldChg chg="del">
        <pc:chgData name="vannetisunil19@gmail.com" userId="a3f8ff355bfa7070" providerId="LiveId" clId="{44D05C32-F010-4128-8224-0CC86428E99E}" dt="2026-07-14T10:32:32.834" v="0" actId="47"/>
        <pc:sldMkLst>
          <pc:docMk/>
          <pc:sldMk cId="0" sldId="261"/>
        </pc:sldMkLst>
      </pc:sldChg>
      <pc:sldChg chg="addSp delSp modSp new mod ord">
        <pc:chgData name="vannetisunil19@gmail.com" userId="a3f8ff355bfa7070" providerId="LiveId" clId="{44D05C32-F010-4128-8224-0CC86428E99E}" dt="2026-07-14T10:53:17.758" v="110" actId="403"/>
        <pc:sldMkLst>
          <pc:docMk/>
          <pc:sldMk cId="4236284686" sldId="261"/>
        </pc:sldMkLst>
        <pc:spChg chg="add del mod">
          <ac:chgData name="vannetisunil19@gmail.com" userId="a3f8ff355bfa7070" providerId="LiveId" clId="{44D05C32-F010-4128-8224-0CC86428E99E}" dt="2026-07-14T10:40:17.697" v="32" actId="22"/>
          <ac:spMkLst>
            <pc:docMk/>
            <pc:sldMk cId="4236284686" sldId="261"/>
            <ac:spMk id="12" creationId="{91AEE501-2152-10C9-B55A-D6B7320A54C0}"/>
          </ac:spMkLst>
        </pc:spChg>
        <pc:spChg chg="add mod">
          <ac:chgData name="vannetisunil19@gmail.com" userId="a3f8ff355bfa7070" providerId="LiveId" clId="{44D05C32-F010-4128-8224-0CC86428E99E}" dt="2026-07-14T10:43:32.807" v="73" actId="404"/>
          <ac:spMkLst>
            <pc:docMk/>
            <pc:sldMk cId="4236284686" sldId="261"/>
            <ac:spMk id="13" creationId="{8ABB5438-9DB7-1AED-D334-9A653A0D6D56}"/>
          </ac:spMkLst>
        </pc:spChg>
        <pc:spChg chg="add mod">
          <ac:chgData name="vannetisunil19@gmail.com" userId="a3f8ff355bfa7070" providerId="LiveId" clId="{44D05C32-F010-4128-8224-0CC86428E99E}" dt="2026-07-14T10:44:11.694" v="77" actId="1076"/>
          <ac:spMkLst>
            <pc:docMk/>
            <pc:sldMk cId="4236284686" sldId="261"/>
            <ac:spMk id="14" creationId="{44144D6D-4DCE-764C-1DAD-614A0492D7C3}"/>
          </ac:spMkLst>
        </pc:spChg>
        <pc:spChg chg="add mod">
          <ac:chgData name="vannetisunil19@gmail.com" userId="a3f8ff355bfa7070" providerId="LiveId" clId="{44D05C32-F010-4128-8224-0CC86428E99E}" dt="2026-07-14T10:44:17.645" v="78" actId="1076"/>
          <ac:spMkLst>
            <pc:docMk/>
            <pc:sldMk cId="4236284686" sldId="261"/>
            <ac:spMk id="15" creationId="{F4F96826-6D86-18D8-99B6-5F20819C212F}"/>
          </ac:spMkLst>
        </pc:spChg>
        <pc:spChg chg="add mod">
          <ac:chgData name="vannetisunil19@gmail.com" userId="a3f8ff355bfa7070" providerId="LiveId" clId="{44D05C32-F010-4128-8224-0CC86428E99E}" dt="2026-07-14T10:53:17.758" v="110" actId="403"/>
          <ac:spMkLst>
            <pc:docMk/>
            <pc:sldMk cId="4236284686" sldId="261"/>
            <ac:spMk id="16" creationId="{5C0FE11C-3E05-4879-C630-75DF29FD98C7}"/>
          </ac:spMkLst>
        </pc:spChg>
        <pc:spChg chg="add mod">
          <ac:chgData name="vannetisunil19@gmail.com" userId="a3f8ff355bfa7070" providerId="LiveId" clId="{44D05C32-F010-4128-8224-0CC86428E99E}" dt="2026-07-14T10:53:09.871" v="109" actId="1076"/>
          <ac:spMkLst>
            <pc:docMk/>
            <pc:sldMk cId="4236284686" sldId="261"/>
            <ac:spMk id="17" creationId="{33573AB2-6FB5-3A41-16A9-9F41191BB9DD}"/>
          </ac:spMkLst>
        </pc:spChg>
        <pc:picChg chg="add del">
          <ac:chgData name="vannetisunil19@gmail.com" userId="a3f8ff355bfa7070" providerId="LiveId" clId="{44D05C32-F010-4128-8224-0CC86428E99E}" dt="2026-07-14T10:35:10.429" v="15" actId="22"/>
          <ac:picMkLst>
            <pc:docMk/>
            <pc:sldMk cId="4236284686" sldId="261"/>
            <ac:picMk id="3" creationId="{0B3FCD7C-25C1-AAC7-D96D-6902A9CA1DFB}"/>
          </ac:picMkLst>
        </pc:picChg>
        <pc:picChg chg="add mod">
          <ac:chgData name="vannetisunil19@gmail.com" userId="a3f8ff355bfa7070" providerId="LiveId" clId="{44D05C32-F010-4128-8224-0CC86428E99E}" dt="2026-07-14T10:35:10.438" v="16"/>
          <ac:picMkLst>
            <pc:docMk/>
            <pc:sldMk cId="4236284686" sldId="261"/>
            <ac:picMk id="4" creationId="{2082D975-2137-B5CC-4AC6-05AA18479A20}"/>
          </ac:picMkLst>
        </pc:picChg>
        <pc:picChg chg="add del">
          <ac:chgData name="vannetisunil19@gmail.com" userId="a3f8ff355bfa7070" providerId="LiveId" clId="{44D05C32-F010-4128-8224-0CC86428E99E}" dt="2026-07-14T10:35:14.441" v="18" actId="22"/>
          <ac:picMkLst>
            <pc:docMk/>
            <pc:sldMk cId="4236284686" sldId="261"/>
            <ac:picMk id="6" creationId="{0FB409C5-1C7F-D728-1C03-37F3F81A09B6}"/>
          </ac:picMkLst>
        </pc:picChg>
        <pc:picChg chg="add mod">
          <ac:chgData name="vannetisunil19@gmail.com" userId="a3f8ff355bfa7070" providerId="LiveId" clId="{44D05C32-F010-4128-8224-0CC86428E99E}" dt="2026-07-14T10:35:19.311" v="20" actId="14100"/>
          <ac:picMkLst>
            <pc:docMk/>
            <pc:sldMk cId="4236284686" sldId="261"/>
            <ac:picMk id="8" creationId="{3BA27A29-BD4F-362E-88D6-7BA73E88D0E6}"/>
          </ac:picMkLst>
        </pc:picChg>
        <pc:picChg chg="add mod">
          <ac:chgData name="vannetisunil19@gmail.com" userId="a3f8ff355bfa7070" providerId="LiveId" clId="{44D05C32-F010-4128-8224-0CC86428E99E}" dt="2026-07-14T10:38:06.739" v="26" actId="14100"/>
          <ac:picMkLst>
            <pc:docMk/>
            <pc:sldMk cId="4236284686" sldId="261"/>
            <ac:picMk id="10" creationId="{D814135D-60D4-3193-9997-0CD1D6EE008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0" i="0">
                <a:solidFill>
                  <a:srgbClr val="16161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450" b="0" i="0">
                <a:solidFill>
                  <a:srgbClr val="1A1A1A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rgbClr val="16161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7450" b="0" i="0">
                <a:solidFill>
                  <a:srgbClr val="1A1A1A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1226097" y="3573189"/>
            <a:ext cx="0" cy="5906135"/>
          </a:xfrm>
          <a:custGeom>
            <a:avLst/>
            <a:gdLst/>
            <a:ahLst/>
            <a:cxnLst/>
            <a:rect l="l" t="t" r="r" b="b"/>
            <a:pathLst>
              <a:path h="5906134">
                <a:moveTo>
                  <a:pt x="0" y="5905579"/>
                </a:moveTo>
                <a:lnTo>
                  <a:pt x="0" y="0"/>
                </a:lnTo>
              </a:path>
            </a:pathLst>
          </a:custGeom>
          <a:ln w="23559">
            <a:solidFill>
              <a:srgbClr val="0F18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8812254" y="3573189"/>
            <a:ext cx="0" cy="5906135"/>
          </a:xfrm>
          <a:custGeom>
            <a:avLst/>
            <a:gdLst/>
            <a:ahLst/>
            <a:cxnLst/>
            <a:rect l="l" t="t" r="r" b="b"/>
            <a:pathLst>
              <a:path h="5906134">
                <a:moveTo>
                  <a:pt x="0" y="5905579"/>
                </a:moveTo>
                <a:lnTo>
                  <a:pt x="0" y="0"/>
                </a:lnTo>
              </a:path>
            </a:pathLst>
          </a:custGeom>
          <a:ln w="23559">
            <a:solidFill>
              <a:srgbClr val="0F18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214318" y="3584969"/>
            <a:ext cx="7609840" cy="0"/>
          </a:xfrm>
          <a:custGeom>
            <a:avLst/>
            <a:gdLst/>
            <a:ahLst/>
            <a:cxnLst/>
            <a:rect l="l" t="t" r="r" b="b"/>
            <a:pathLst>
              <a:path w="7609840">
                <a:moveTo>
                  <a:pt x="0" y="0"/>
                </a:moveTo>
                <a:lnTo>
                  <a:pt x="7609716" y="0"/>
                </a:lnTo>
              </a:path>
            </a:pathLst>
          </a:custGeom>
          <a:ln w="23559">
            <a:solidFill>
              <a:srgbClr val="0F18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1379234" y="9466989"/>
            <a:ext cx="7445375" cy="0"/>
          </a:xfrm>
          <a:custGeom>
            <a:avLst/>
            <a:gdLst/>
            <a:ahLst/>
            <a:cxnLst/>
            <a:rect l="l" t="t" r="r" b="b"/>
            <a:pathLst>
              <a:path w="7445375">
                <a:moveTo>
                  <a:pt x="0" y="0"/>
                </a:moveTo>
                <a:lnTo>
                  <a:pt x="7444799" y="0"/>
                </a:lnTo>
              </a:path>
            </a:pathLst>
          </a:custGeom>
          <a:ln w="23559">
            <a:solidFill>
              <a:srgbClr val="0F18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1308556" y="3608528"/>
            <a:ext cx="7508240" cy="0"/>
          </a:xfrm>
          <a:custGeom>
            <a:avLst/>
            <a:gdLst/>
            <a:ahLst/>
            <a:cxnLst/>
            <a:rect l="l" t="t" r="r" b="b"/>
            <a:pathLst>
              <a:path w="7508240">
                <a:moveTo>
                  <a:pt x="0" y="0"/>
                </a:moveTo>
                <a:lnTo>
                  <a:pt x="7507625" y="0"/>
                </a:lnTo>
              </a:path>
            </a:pathLst>
          </a:custGeom>
          <a:ln w="7853">
            <a:solidFill>
              <a:srgbClr val="0C13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1826865" y="4570541"/>
            <a:ext cx="4044950" cy="463550"/>
          </a:xfrm>
          <a:custGeom>
            <a:avLst/>
            <a:gdLst/>
            <a:ahLst/>
            <a:cxnLst/>
            <a:rect l="l" t="t" r="r" b="b"/>
            <a:pathLst>
              <a:path w="4044950" h="463550">
                <a:moveTo>
                  <a:pt x="4044379" y="463336"/>
                </a:moveTo>
                <a:lnTo>
                  <a:pt x="0" y="463336"/>
                </a:lnTo>
                <a:lnTo>
                  <a:pt x="0" y="0"/>
                </a:lnTo>
                <a:lnTo>
                  <a:pt x="4044379" y="0"/>
                </a:lnTo>
                <a:lnTo>
                  <a:pt x="4044379" y="463336"/>
                </a:lnTo>
                <a:close/>
              </a:path>
            </a:pathLst>
          </a:custGeom>
          <a:solidFill>
            <a:srgbClr val="0F16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rgbClr val="16161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rgbClr val="16161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15933" y="814499"/>
            <a:ext cx="8578850" cy="889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0" i="0">
                <a:solidFill>
                  <a:srgbClr val="16161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18129" y="2902132"/>
            <a:ext cx="8451850" cy="27984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450" b="0" i="0">
                <a:solidFill>
                  <a:srgbClr val="1A1A1A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BA27A29-BD4F-362E-88D6-7BA73E88D0E6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3052" y="160161"/>
            <a:ext cx="2589997" cy="2675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814135D-60D4-3193-9997-0CD1D6EE0086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7291050" y="160161"/>
            <a:ext cx="2176145" cy="2675114"/>
          </a:xfrm>
          <a:prstGeom prst="rect">
            <a:avLst/>
          </a:prstGeom>
          <a:noFill/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ABB5438-9DB7-1AED-D334-9A653A0D6D56}"/>
              </a:ext>
            </a:extLst>
          </p:cNvPr>
          <p:cNvSpPr txBox="1"/>
          <p:nvPr/>
        </p:nvSpPr>
        <p:spPr>
          <a:xfrm>
            <a:off x="908050" y="8626475"/>
            <a:ext cx="510540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Sunil Kumar (192425292)</a:t>
            </a:r>
            <a:endParaRPr lang="en-US" dirty="0"/>
          </a:p>
          <a:p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144D6D-4DCE-764C-1DAD-614A0492D7C3}"/>
              </a:ext>
            </a:extLst>
          </p:cNvPr>
          <p:cNvSpPr txBox="1"/>
          <p:nvPr/>
        </p:nvSpPr>
        <p:spPr>
          <a:xfrm>
            <a:off x="13954392" y="7918589"/>
            <a:ext cx="54864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SUPERVISOR</a:t>
            </a:r>
          </a:p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F96826-6D86-18D8-99B6-5F20819C212F}"/>
              </a:ext>
            </a:extLst>
          </p:cNvPr>
          <p:cNvSpPr txBox="1"/>
          <p:nvPr/>
        </p:nvSpPr>
        <p:spPr>
          <a:xfrm>
            <a:off x="13909056" y="8780363"/>
            <a:ext cx="449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Dr.R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 Jeni Gracia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0FE11C-3E05-4879-C630-75DF29FD98C7}"/>
              </a:ext>
            </a:extLst>
          </p:cNvPr>
          <p:cNvSpPr txBox="1"/>
          <p:nvPr/>
        </p:nvSpPr>
        <p:spPr>
          <a:xfrm>
            <a:off x="3956050" y="1997075"/>
            <a:ext cx="12801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 and Computer Vision: From Pixels to Intelligence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573AB2-6FB5-3A41-16A9-9F41191BB9DD}"/>
              </a:ext>
            </a:extLst>
          </p:cNvPr>
          <p:cNvSpPr txBox="1"/>
          <p:nvPr/>
        </p:nvSpPr>
        <p:spPr>
          <a:xfrm>
            <a:off x="4794250" y="4518758"/>
            <a:ext cx="1264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ITA0502 - COMPUTER VISION</a:t>
            </a:r>
          </a:p>
        </p:txBody>
      </p:sp>
    </p:spTree>
    <p:extLst>
      <p:ext uri="{BB962C8B-B14F-4D97-AF65-F5344CB8AC3E}">
        <p14:creationId xmlns:p14="http://schemas.microsoft.com/office/powerpoint/2010/main" val="4236284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6506" y="6628070"/>
            <a:ext cx="62825" cy="125650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6506" y="8198703"/>
            <a:ext cx="62825" cy="127221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944662" y="6863665"/>
            <a:ext cx="321979" cy="30627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699250" y="1224434"/>
            <a:ext cx="4850261" cy="750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800" spc="-100" dirty="0">
                <a:solidFill>
                  <a:srgbClr val="248C87"/>
                </a:solidFill>
                <a:latin typeface="Arial MT"/>
                <a:cs typeface="Arial MT"/>
              </a:rPr>
              <a:t>I</a:t>
            </a:r>
            <a:r>
              <a:rPr sz="4800" spc="-100" dirty="0">
                <a:solidFill>
                  <a:srgbClr val="00A59C"/>
                </a:solidFill>
                <a:latin typeface="Arial MT"/>
                <a:cs typeface="Arial MT"/>
              </a:rPr>
              <a:t>N</a:t>
            </a:r>
            <a:r>
              <a:rPr lang="en-IN" sz="4800" spc="-400" dirty="0">
                <a:solidFill>
                  <a:srgbClr val="1A9589"/>
                </a:solidFill>
                <a:latin typeface="Arial MT"/>
                <a:cs typeface="Arial MT"/>
              </a:rPr>
              <a:t>T</a:t>
            </a:r>
            <a:r>
              <a:rPr sz="4800" spc="-400" dirty="0">
                <a:solidFill>
                  <a:srgbClr val="1A9589"/>
                </a:solidFill>
                <a:latin typeface="Arial MT"/>
                <a:cs typeface="Arial MT"/>
              </a:rPr>
              <a:t>R</a:t>
            </a:r>
            <a:r>
              <a:rPr sz="4800" spc="-280" dirty="0">
                <a:solidFill>
                  <a:srgbClr val="1A9589"/>
                </a:solidFill>
                <a:latin typeface="Arial MT"/>
                <a:cs typeface="Arial MT"/>
              </a:rPr>
              <a:t> </a:t>
            </a:r>
            <a:r>
              <a:rPr sz="4800" spc="-265" dirty="0">
                <a:solidFill>
                  <a:srgbClr val="218587"/>
                </a:solidFill>
                <a:latin typeface="Arial MT"/>
                <a:cs typeface="Arial MT"/>
              </a:rPr>
              <a:t>O</a:t>
            </a:r>
            <a:r>
              <a:rPr sz="4800" spc="-265" dirty="0">
                <a:solidFill>
                  <a:srgbClr val="1F8E7E"/>
                </a:solidFill>
                <a:latin typeface="Arial MT"/>
                <a:cs typeface="Arial MT"/>
              </a:rPr>
              <a:t>D</a:t>
            </a:r>
            <a:r>
              <a:rPr sz="4800" spc="-265" dirty="0">
                <a:solidFill>
                  <a:srgbClr val="2B8589"/>
                </a:solidFill>
                <a:latin typeface="Arial MT"/>
                <a:cs typeface="Arial MT"/>
              </a:rPr>
              <a:t>U</a:t>
            </a:r>
            <a:r>
              <a:rPr sz="4800" spc="-350" dirty="0">
                <a:solidFill>
                  <a:srgbClr val="2B8589"/>
                </a:solidFill>
                <a:latin typeface="Arial MT"/>
                <a:cs typeface="Arial MT"/>
              </a:rPr>
              <a:t> </a:t>
            </a:r>
            <a:r>
              <a:rPr sz="4800" spc="-220" dirty="0">
                <a:solidFill>
                  <a:srgbClr val="138779"/>
                </a:solidFill>
                <a:latin typeface="Arial MT"/>
                <a:cs typeface="Arial MT"/>
              </a:rPr>
              <a:t>CT</a:t>
            </a:r>
            <a:r>
              <a:rPr lang="en-IN" sz="4800" spc="-220" dirty="0">
                <a:solidFill>
                  <a:srgbClr val="44979A"/>
                </a:solidFill>
                <a:latin typeface="Arial MT"/>
                <a:cs typeface="Arial MT"/>
              </a:rPr>
              <a:t>IO</a:t>
            </a:r>
            <a:r>
              <a:rPr sz="4800" spc="-345" dirty="0">
                <a:solidFill>
                  <a:srgbClr val="44979A"/>
                </a:solidFill>
                <a:latin typeface="Arial MT"/>
                <a:cs typeface="Arial MT"/>
              </a:rPr>
              <a:t> </a:t>
            </a:r>
            <a:r>
              <a:rPr sz="4800" spc="-340" dirty="0">
                <a:solidFill>
                  <a:srgbClr val="0C9CA5"/>
                </a:solidFill>
                <a:latin typeface="Arial MT"/>
                <a:cs typeface="Arial MT"/>
              </a:rPr>
              <a:t>N</a:t>
            </a:r>
            <a:endParaRPr sz="4800" dirty="0">
              <a:latin typeface="Arial MT"/>
              <a:cs typeface="Arial MT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44780" rIns="0" bIns="0" rtlCol="0">
            <a:spAutoFit/>
          </a:bodyPr>
          <a:lstStyle/>
          <a:p>
            <a:pPr marL="38100" marR="5080" indent="-26034">
              <a:lnSpc>
                <a:spcPts val="8040"/>
              </a:lnSpc>
              <a:spcBef>
                <a:spcPts val="1140"/>
              </a:spcBef>
            </a:pPr>
            <a:r>
              <a:rPr spc="-95" dirty="0"/>
              <a:t>Image</a:t>
            </a:r>
            <a:r>
              <a:rPr spc="-720" dirty="0"/>
              <a:t> </a:t>
            </a:r>
            <a:r>
              <a:rPr spc="-135" dirty="0"/>
              <a:t>Processing</a:t>
            </a:r>
            <a:r>
              <a:rPr spc="-280" dirty="0"/>
              <a:t> </a:t>
            </a:r>
            <a:r>
              <a:rPr spc="-25" dirty="0">
                <a:solidFill>
                  <a:srgbClr val="38349E"/>
                </a:solidFill>
              </a:rPr>
              <a:t>vs </a:t>
            </a:r>
            <a:r>
              <a:rPr dirty="0"/>
              <a:t>Computer</a:t>
            </a:r>
            <a:r>
              <a:rPr spc="-195" dirty="0"/>
              <a:t> </a:t>
            </a:r>
            <a:r>
              <a:rPr spc="-10" dirty="0">
                <a:solidFill>
                  <a:srgbClr val="262875"/>
                </a:solidFill>
              </a:rPr>
              <a:t>Vision</a:t>
            </a:r>
          </a:p>
          <a:p>
            <a:pPr marL="46355">
              <a:lnSpc>
                <a:spcPct val="100000"/>
              </a:lnSpc>
              <a:spcBef>
                <a:spcPts val="565"/>
              </a:spcBef>
            </a:pPr>
            <a:r>
              <a:rPr sz="3450" spc="-459" dirty="0">
                <a:solidFill>
                  <a:srgbClr val="4D38F2"/>
                </a:solidFill>
              </a:rPr>
              <a:t>A</a:t>
            </a:r>
            <a:r>
              <a:rPr sz="3450" spc="35" dirty="0">
                <a:solidFill>
                  <a:srgbClr val="4D38F2"/>
                </a:solidFill>
              </a:rPr>
              <a:t> </a:t>
            </a:r>
            <a:r>
              <a:rPr sz="3450" spc="-220" dirty="0">
                <a:solidFill>
                  <a:srgbClr val="5042E2"/>
                </a:solidFill>
              </a:rPr>
              <a:t>COMPARATIVE</a:t>
            </a:r>
            <a:r>
              <a:rPr sz="3450" spc="-20" dirty="0">
                <a:solidFill>
                  <a:srgbClr val="5042E2"/>
                </a:solidFill>
              </a:rPr>
              <a:t> </a:t>
            </a:r>
            <a:r>
              <a:rPr sz="3450" spc="-170" dirty="0">
                <a:solidFill>
                  <a:srgbClr val="5446DF"/>
                </a:solidFill>
              </a:rPr>
              <a:t>TECHNICAL</a:t>
            </a:r>
            <a:r>
              <a:rPr sz="3450" spc="30" dirty="0">
                <a:solidFill>
                  <a:srgbClr val="5446DF"/>
                </a:solidFill>
              </a:rPr>
              <a:t> </a:t>
            </a:r>
            <a:r>
              <a:rPr sz="3450" spc="-270" dirty="0">
                <a:solidFill>
                  <a:srgbClr val="4D3FF9"/>
                </a:solidFill>
              </a:rPr>
              <a:t>ANALYSIS</a:t>
            </a:r>
            <a:endParaRPr sz="3450"/>
          </a:p>
        </p:txBody>
      </p:sp>
      <p:sp>
        <p:nvSpPr>
          <p:cNvPr id="7" name="object 7"/>
          <p:cNvSpPr txBox="1"/>
          <p:nvPr/>
        </p:nvSpPr>
        <p:spPr>
          <a:xfrm>
            <a:off x="1555551" y="6521786"/>
            <a:ext cx="8583930" cy="1313815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2200" spc="114" dirty="0">
                <a:solidFill>
                  <a:srgbClr val="111111"/>
                </a:solidFill>
                <a:latin typeface="Arial MT"/>
                <a:cs typeface="Arial MT"/>
              </a:rPr>
              <a:t>Image</a:t>
            </a:r>
            <a:r>
              <a:rPr sz="2200" spc="-14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2200" spc="90" dirty="0">
                <a:solidFill>
                  <a:srgbClr val="111111"/>
                </a:solidFill>
                <a:latin typeface="Arial MT"/>
                <a:cs typeface="Arial MT"/>
              </a:rPr>
              <a:t>Processing</a:t>
            </a:r>
            <a:endParaRPr sz="2200">
              <a:latin typeface="Arial MT"/>
              <a:cs typeface="Arial MT"/>
            </a:endParaRPr>
          </a:p>
          <a:p>
            <a:pPr marL="20955" marR="5080" indent="3175">
              <a:lnSpc>
                <a:spcPct val="121800"/>
              </a:lnSpc>
              <a:spcBef>
                <a:spcPts val="245"/>
              </a:spcBef>
            </a:pPr>
            <a:r>
              <a:rPr sz="2200" spc="-130" dirty="0">
                <a:solidFill>
                  <a:srgbClr val="606D7C"/>
                </a:solidFill>
                <a:latin typeface="Arial MT"/>
                <a:cs typeface="Arial MT"/>
              </a:rPr>
              <a:t>The</a:t>
            </a:r>
            <a:r>
              <a:rPr sz="2200" spc="-25" dirty="0">
                <a:solidFill>
                  <a:srgbClr val="606D7C"/>
                </a:solidFill>
                <a:latin typeface="Arial MT"/>
                <a:cs typeface="Arial MT"/>
              </a:rPr>
              <a:t> </a:t>
            </a:r>
            <a:r>
              <a:rPr sz="2200" spc="-65" dirty="0">
                <a:solidFill>
                  <a:srgbClr val="4F4F4F"/>
                </a:solidFill>
                <a:latin typeface="Arial MT"/>
                <a:cs typeface="Arial MT"/>
              </a:rPr>
              <a:t>technique</a:t>
            </a:r>
            <a:r>
              <a:rPr sz="2200" spc="5" dirty="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98EAC"/>
                </a:solidFill>
                <a:latin typeface="Arial MT"/>
                <a:cs typeface="Arial MT"/>
              </a:rPr>
              <a:t>of</a:t>
            </a:r>
            <a:r>
              <a:rPr sz="2200" spc="35" dirty="0">
                <a:solidFill>
                  <a:srgbClr val="898EAC"/>
                </a:solidFill>
                <a:latin typeface="Arial MT"/>
                <a:cs typeface="Arial MT"/>
              </a:rPr>
              <a:t> </a:t>
            </a:r>
            <a:r>
              <a:rPr sz="2200" spc="-90" dirty="0">
                <a:solidFill>
                  <a:srgbClr val="464646"/>
                </a:solidFill>
                <a:latin typeface="Arial MT"/>
                <a:cs typeface="Arial MT"/>
              </a:rPr>
              <a:t>enhancing</a:t>
            </a:r>
            <a:r>
              <a:rPr sz="2200" spc="13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525252"/>
                </a:solidFill>
                <a:latin typeface="Arial MT"/>
                <a:cs typeface="Arial MT"/>
              </a:rPr>
              <a:t>o</a:t>
            </a:r>
            <a:r>
              <a:rPr sz="2200" dirty="0">
                <a:solidFill>
                  <a:srgbClr val="484848"/>
                </a:solidFill>
                <a:latin typeface="Arial MT"/>
                <a:cs typeface="Arial MT"/>
              </a:rPr>
              <a:t>r</a:t>
            </a:r>
            <a:r>
              <a:rPr sz="2200" spc="-5" dirty="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4B4B4B"/>
                </a:solidFill>
                <a:latin typeface="Arial MT"/>
                <a:cs typeface="Arial MT"/>
              </a:rPr>
              <a:t>modifying</a:t>
            </a:r>
            <a:r>
              <a:rPr sz="2200" spc="114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4B4B4B"/>
                </a:solidFill>
                <a:latin typeface="Arial MT"/>
                <a:cs typeface="Arial MT"/>
              </a:rPr>
              <a:t>digital</a:t>
            </a:r>
            <a:r>
              <a:rPr sz="2200" spc="-40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200" spc="-70" dirty="0">
                <a:solidFill>
                  <a:srgbClr val="4B4B4B"/>
                </a:solidFill>
                <a:latin typeface="Arial MT"/>
                <a:cs typeface="Arial MT"/>
              </a:rPr>
              <a:t>images</a:t>
            </a:r>
            <a:r>
              <a:rPr sz="2200" spc="-55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3A3A3A"/>
                </a:solidFill>
                <a:latin typeface="Arial MT"/>
                <a:cs typeface="Arial MT"/>
              </a:rPr>
              <a:t>to</a:t>
            </a:r>
            <a:r>
              <a:rPr sz="2200" spc="-45" dirty="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4F4F4F"/>
                </a:solidFill>
                <a:latin typeface="Arial MT"/>
                <a:cs typeface="Arial MT"/>
              </a:rPr>
              <a:t>improve</a:t>
            </a:r>
            <a:r>
              <a:rPr sz="2200" spc="-55" dirty="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484848"/>
                </a:solidFill>
                <a:latin typeface="Arial MT"/>
                <a:cs typeface="Arial MT"/>
              </a:rPr>
              <a:t>their </a:t>
            </a:r>
            <a:r>
              <a:rPr sz="2200" spc="-30" dirty="0">
                <a:solidFill>
                  <a:srgbClr val="4D4D4D"/>
                </a:solidFill>
                <a:latin typeface="Arial MT"/>
                <a:cs typeface="Arial MT"/>
              </a:rPr>
              <a:t>quality</a:t>
            </a:r>
            <a:r>
              <a:rPr sz="2200" spc="15" dirty="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B5D6E"/>
                </a:solidFill>
                <a:latin typeface="Arial MT"/>
                <a:cs typeface="Arial MT"/>
              </a:rPr>
              <a:t>for</a:t>
            </a:r>
            <a:r>
              <a:rPr sz="2200" spc="70" dirty="0">
                <a:solidFill>
                  <a:srgbClr val="4B5D6E"/>
                </a:solidFill>
                <a:latin typeface="Arial MT"/>
                <a:cs typeface="Arial MT"/>
              </a:rPr>
              <a:t> </a:t>
            </a:r>
            <a:r>
              <a:rPr sz="2200" spc="-130" dirty="0">
                <a:solidFill>
                  <a:srgbClr val="525252"/>
                </a:solidFill>
                <a:latin typeface="Arial MT"/>
                <a:cs typeface="Arial MT"/>
              </a:rPr>
              <a:t>human</a:t>
            </a:r>
            <a:r>
              <a:rPr sz="2200" spc="-5" dirty="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sz="2200" spc="-35" dirty="0">
                <a:solidFill>
                  <a:srgbClr val="424242"/>
                </a:solidFill>
                <a:latin typeface="Arial MT"/>
                <a:cs typeface="Arial MT"/>
              </a:rPr>
              <a:t>interpretation</a:t>
            </a:r>
            <a:r>
              <a:rPr sz="2200" spc="-50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589AA"/>
                </a:solidFill>
                <a:latin typeface="Arial MT"/>
                <a:cs typeface="Arial MT"/>
              </a:rPr>
              <a:t>or</a:t>
            </a:r>
            <a:r>
              <a:rPr sz="2200" spc="70" dirty="0">
                <a:solidFill>
                  <a:srgbClr val="7589AA"/>
                </a:solidFill>
                <a:latin typeface="Arial MT"/>
                <a:cs typeface="Arial MT"/>
              </a:rPr>
              <a:t> </a:t>
            </a:r>
            <a:r>
              <a:rPr sz="2200" spc="-130" dirty="0">
                <a:solidFill>
                  <a:srgbClr val="46566E"/>
                </a:solidFill>
                <a:latin typeface="Arial MT"/>
                <a:cs typeface="Arial MT"/>
              </a:rPr>
              <a:t>sto</a:t>
            </a:r>
            <a:r>
              <a:rPr sz="2200" spc="-380" dirty="0">
                <a:solidFill>
                  <a:srgbClr val="46566E"/>
                </a:solidFill>
                <a:latin typeface="Arial MT"/>
                <a:cs typeface="Arial MT"/>
              </a:rPr>
              <a:t> </a:t>
            </a:r>
            <a:r>
              <a:rPr sz="2200" spc="-35" dirty="0">
                <a:solidFill>
                  <a:srgbClr val="4F5667"/>
                </a:solidFill>
                <a:latin typeface="Arial MT"/>
                <a:cs typeface="Arial MT"/>
              </a:rPr>
              <a:t>rage</a:t>
            </a:r>
            <a:r>
              <a:rPr sz="2200" spc="25" dirty="0">
                <a:solidFill>
                  <a:srgbClr val="4F5667"/>
                </a:solidFill>
                <a:latin typeface="Arial MT"/>
                <a:cs typeface="Arial MT"/>
              </a:rPr>
              <a:t> </a:t>
            </a:r>
            <a:r>
              <a:rPr sz="2200" spc="-60" dirty="0">
                <a:solidFill>
                  <a:srgbClr val="494949"/>
                </a:solidFill>
                <a:latin typeface="Arial MT"/>
                <a:cs typeface="Arial MT"/>
              </a:rPr>
              <a:t>optimizatio</a:t>
            </a:r>
            <a:r>
              <a:rPr sz="2200" spc="-280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2200" spc="-35" dirty="0">
                <a:solidFill>
                  <a:srgbClr val="424242"/>
                </a:solidFill>
                <a:latin typeface="Arial MT"/>
                <a:cs typeface="Arial MT"/>
              </a:rPr>
              <a:t>n.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55351" y="8092420"/>
            <a:ext cx="8301990" cy="1313815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925"/>
              </a:spcBef>
            </a:pPr>
            <a:r>
              <a:rPr sz="2200" spc="155" dirty="0">
                <a:solidFill>
                  <a:srgbClr val="081C3A"/>
                </a:solidFill>
                <a:latin typeface="Arial MT"/>
                <a:cs typeface="Arial MT"/>
              </a:rPr>
              <a:t>Computer</a:t>
            </a:r>
            <a:r>
              <a:rPr sz="2200" spc="105" dirty="0">
                <a:solidFill>
                  <a:srgbClr val="081C3A"/>
                </a:solidFill>
                <a:latin typeface="Arial MT"/>
                <a:cs typeface="Arial MT"/>
              </a:rPr>
              <a:t> </a:t>
            </a:r>
            <a:r>
              <a:rPr sz="2200" spc="90" dirty="0">
                <a:solidFill>
                  <a:srgbClr val="0E0E0E"/>
                </a:solidFill>
                <a:latin typeface="Arial MT"/>
                <a:cs typeface="Arial MT"/>
              </a:rPr>
              <a:t>Vision</a:t>
            </a:r>
            <a:endParaRPr sz="2200">
              <a:latin typeface="Arial MT"/>
              <a:cs typeface="Arial MT"/>
            </a:endParaRPr>
          </a:p>
          <a:p>
            <a:pPr marL="12700" marR="5080" indent="11430">
              <a:lnSpc>
                <a:spcPct val="121800"/>
              </a:lnSpc>
              <a:spcBef>
                <a:spcPts val="245"/>
              </a:spcBef>
            </a:pPr>
            <a:r>
              <a:rPr sz="2200" spc="-125" dirty="0">
                <a:solidFill>
                  <a:srgbClr val="606B8A"/>
                </a:solidFill>
                <a:latin typeface="Arial MT"/>
                <a:cs typeface="Arial MT"/>
              </a:rPr>
              <a:t>The</a:t>
            </a:r>
            <a:r>
              <a:rPr sz="2200" spc="-30" dirty="0">
                <a:solidFill>
                  <a:srgbClr val="606B8A"/>
                </a:solidFill>
                <a:latin typeface="Arial MT"/>
                <a:cs typeface="Arial MT"/>
              </a:rPr>
              <a:t> </a:t>
            </a:r>
            <a:r>
              <a:rPr sz="2200" spc="-50" dirty="0">
                <a:solidFill>
                  <a:srgbClr val="4B4B4B"/>
                </a:solidFill>
                <a:latin typeface="Arial MT"/>
                <a:cs typeface="Arial MT"/>
              </a:rPr>
              <a:t>computational</a:t>
            </a:r>
            <a:r>
              <a:rPr sz="2200" spc="5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200" spc="-45" dirty="0">
                <a:solidFill>
                  <a:srgbClr val="484848"/>
                </a:solidFill>
                <a:latin typeface="Arial MT"/>
                <a:cs typeface="Arial MT"/>
              </a:rPr>
              <a:t>pipeline</a:t>
            </a:r>
            <a:r>
              <a:rPr sz="2200" spc="-65" dirty="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5B6E8C"/>
                </a:solidFill>
                <a:latin typeface="Arial MT"/>
                <a:cs typeface="Arial MT"/>
              </a:rPr>
              <a:t>that</a:t>
            </a:r>
            <a:r>
              <a:rPr sz="2200" spc="-70" dirty="0">
                <a:solidFill>
                  <a:srgbClr val="5B6E8C"/>
                </a:solidFill>
                <a:latin typeface="Arial MT"/>
                <a:cs typeface="Arial MT"/>
              </a:rPr>
              <a:t> </a:t>
            </a:r>
            <a:r>
              <a:rPr sz="2200" spc="-75" dirty="0">
                <a:solidFill>
                  <a:srgbClr val="545454"/>
                </a:solidFill>
                <a:latin typeface="Arial MT"/>
                <a:cs typeface="Arial MT"/>
              </a:rPr>
              <a:t>enables</a:t>
            </a:r>
            <a:r>
              <a:rPr sz="2200" spc="-15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2200" spc="-90" dirty="0">
                <a:solidFill>
                  <a:srgbClr val="494949"/>
                </a:solidFill>
                <a:latin typeface="Arial MT"/>
                <a:cs typeface="Arial MT"/>
              </a:rPr>
              <a:t>machines</a:t>
            </a:r>
            <a:r>
              <a:rPr sz="2200" spc="15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577290"/>
                </a:solidFill>
                <a:latin typeface="Arial MT"/>
                <a:cs typeface="Arial MT"/>
              </a:rPr>
              <a:t>to</a:t>
            </a:r>
            <a:r>
              <a:rPr sz="2200" spc="-10" dirty="0">
                <a:solidFill>
                  <a:srgbClr val="577290"/>
                </a:solidFill>
                <a:latin typeface="Arial MT"/>
                <a:cs typeface="Arial MT"/>
              </a:rPr>
              <a:t> </a:t>
            </a:r>
            <a:r>
              <a:rPr sz="2200" spc="-65" dirty="0">
                <a:solidFill>
                  <a:srgbClr val="494949"/>
                </a:solidFill>
                <a:latin typeface="Arial MT"/>
                <a:cs typeface="Arial MT"/>
              </a:rPr>
              <a:t>analyze,</a:t>
            </a:r>
            <a:r>
              <a:rPr sz="2200" spc="60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464646"/>
                </a:solidFill>
                <a:latin typeface="Arial MT"/>
                <a:cs typeface="Arial MT"/>
              </a:rPr>
              <a:t>extract </a:t>
            </a:r>
            <a:r>
              <a:rPr sz="2200" spc="-50" dirty="0">
                <a:solidFill>
                  <a:srgbClr val="4B4B4B"/>
                </a:solidFill>
                <a:latin typeface="Arial MT"/>
                <a:cs typeface="Arial MT"/>
              </a:rPr>
              <a:t>features,</a:t>
            </a:r>
            <a:r>
              <a:rPr sz="2200" spc="25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200" spc="-35" dirty="0">
                <a:solidFill>
                  <a:srgbClr val="4B4B4B"/>
                </a:solidFill>
                <a:latin typeface="Arial MT"/>
                <a:cs typeface="Arial MT"/>
              </a:rPr>
              <a:t>model,</a:t>
            </a:r>
            <a:r>
              <a:rPr sz="2200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200" spc="-55" dirty="0">
                <a:solidFill>
                  <a:srgbClr val="3D526E"/>
                </a:solidFill>
                <a:latin typeface="Arial MT"/>
                <a:cs typeface="Arial MT"/>
              </a:rPr>
              <a:t>and</a:t>
            </a:r>
            <a:r>
              <a:rPr sz="2200" spc="-65" dirty="0">
                <a:solidFill>
                  <a:srgbClr val="3D526E"/>
                </a:solidFill>
                <a:latin typeface="Arial MT"/>
                <a:cs typeface="Arial MT"/>
              </a:rPr>
              <a:t> </a:t>
            </a:r>
            <a:r>
              <a:rPr sz="2200" spc="-65" dirty="0">
                <a:solidFill>
                  <a:srgbClr val="8285A5"/>
                </a:solidFill>
                <a:latin typeface="Arial MT"/>
                <a:cs typeface="Arial MT"/>
              </a:rPr>
              <a:t>make</a:t>
            </a:r>
            <a:r>
              <a:rPr sz="2200" spc="-70" dirty="0">
                <a:solidFill>
                  <a:srgbClr val="8285A5"/>
                </a:solidFill>
                <a:latin typeface="Arial MT"/>
                <a:cs typeface="Arial MT"/>
              </a:rPr>
              <a:t> </a:t>
            </a:r>
            <a:r>
              <a:rPr sz="2200" spc="-80" dirty="0">
                <a:solidFill>
                  <a:srgbClr val="444444"/>
                </a:solidFill>
                <a:latin typeface="Arial MT"/>
                <a:cs typeface="Arial MT"/>
              </a:rPr>
              <a:t>semantic</a:t>
            </a:r>
            <a:r>
              <a:rPr sz="2200" spc="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2200" spc="-40" dirty="0">
                <a:solidFill>
                  <a:srgbClr val="424242"/>
                </a:solidFill>
                <a:latin typeface="Arial MT"/>
                <a:cs typeface="Arial MT"/>
              </a:rPr>
              <a:t>decisions</a:t>
            </a:r>
            <a:r>
              <a:rPr sz="2200" spc="-50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2200" spc="-60" dirty="0">
                <a:solidFill>
                  <a:srgbClr val="464646"/>
                </a:solidFill>
                <a:latin typeface="Arial MT"/>
                <a:cs typeface="Arial MT"/>
              </a:rPr>
              <a:t>based</a:t>
            </a:r>
            <a:r>
              <a:rPr sz="2200" spc="-3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C8C9C"/>
                </a:solidFill>
                <a:latin typeface="Arial MT"/>
                <a:cs typeface="Arial MT"/>
              </a:rPr>
              <a:t>on</a:t>
            </a:r>
            <a:r>
              <a:rPr sz="2200" spc="-140" dirty="0">
                <a:solidFill>
                  <a:srgbClr val="7C8C9C"/>
                </a:solidFill>
                <a:latin typeface="Arial MT"/>
                <a:cs typeface="Arial MT"/>
              </a:rPr>
              <a:t> </a:t>
            </a:r>
            <a:r>
              <a:rPr sz="2200" spc="-55" dirty="0">
                <a:solidFill>
                  <a:srgbClr val="3D3D3D"/>
                </a:solidFill>
                <a:latin typeface="Arial MT"/>
                <a:cs typeface="Arial MT"/>
              </a:rPr>
              <a:t>visual</a:t>
            </a:r>
            <a:r>
              <a:rPr sz="2200" spc="-95" dirty="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3B3B3B"/>
                </a:solidFill>
                <a:latin typeface="Arial MT"/>
                <a:cs typeface="Arial MT"/>
              </a:rPr>
              <a:t>inputs.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027103" y="3580777"/>
            <a:ext cx="2352040" cy="5632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2510"/>
              </a:lnSpc>
              <a:spcBef>
                <a:spcPts val="90"/>
              </a:spcBef>
            </a:pPr>
            <a:r>
              <a:rPr sz="2200" dirty="0">
                <a:solidFill>
                  <a:srgbClr val="4D42E4"/>
                </a:solidFill>
                <a:latin typeface="Arial MT"/>
                <a:cs typeface="Arial MT"/>
              </a:rPr>
              <a:t>•g</a:t>
            </a:r>
            <a:r>
              <a:rPr sz="2200" spc="530" dirty="0">
                <a:solidFill>
                  <a:srgbClr val="4D42E4"/>
                </a:solidFill>
                <a:latin typeface="Arial MT"/>
                <a:cs typeface="Arial MT"/>
              </a:rPr>
              <a:t> </a:t>
            </a:r>
            <a:r>
              <a:rPr sz="2200" spc="-330" dirty="0">
                <a:solidFill>
                  <a:srgbClr val="0C0C0C"/>
                </a:solidFill>
                <a:latin typeface="Arial MT"/>
                <a:cs typeface="Arial MT"/>
              </a:rPr>
              <a:t>Raw</a:t>
            </a:r>
            <a:r>
              <a:rPr sz="2200" spc="1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2200" spc="-125" dirty="0">
                <a:solidFill>
                  <a:srgbClr val="111111"/>
                </a:solidFill>
                <a:latin typeface="Arial MT"/>
                <a:cs typeface="Arial MT"/>
              </a:rPr>
              <a:t>Digital</a:t>
            </a:r>
            <a:r>
              <a:rPr sz="2200" spc="-6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2200" spc="-150" dirty="0">
                <a:latin typeface="Arial MT"/>
                <a:cs typeface="Arial MT"/>
              </a:rPr>
              <a:t>Image</a:t>
            </a:r>
            <a:endParaRPr sz="2200">
              <a:latin typeface="Arial MT"/>
              <a:cs typeface="Arial MT"/>
            </a:endParaRPr>
          </a:p>
          <a:p>
            <a:pPr marL="409575">
              <a:lnSpc>
                <a:spcPts val="1730"/>
              </a:lnSpc>
            </a:pPr>
            <a:r>
              <a:rPr sz="1550" spc="-50" dirty="0">
                <a:solidFill>
                  <a:srgbClr val="748090"/>
                </a:solidFill>
                <a:latin typeface="Arial MT"/>
                <a:cs typeface="Arial MT"/>
              </a:rPr>
              <a:t>IN</a:t>
            </a:r>
            <a:r>
              <a:rPr sz="1550" spc="-50" dirty="0">
                <a:solidFill>
                  <a:srgbClr val="747474"/>
                </a:solidFill>
                <a:latin typeface="Arial MT"/>
                <a:cs typeface="Arial MT"/>
              </a:rPr>
              <a:t>PUT</a:t>
            </a:r>
            <a:r>
              <a:rPr sz="1550" spc="9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1550" spc="-165" dirty="0">
                <a:solidFill>
                  <a:srgbClr val="696969"/>
                </a:solidFill>
                <a:latin typeface="Arial MT"/>
                <a:cs typeface="Arial MT"/>
              </a:rPr>
              <a:t>STREA</a:t>
            </a:r>
            <a:r>
              <a:rPr sz="1550" spc="-145" dirty="0">
                <a:solidFill>
                  <a:srgbClr val="696969"/>
                </a:solidFill>
                <a:latin typeface="Arial MT"/>
                <a:cs typeface="Arial MT"/>
              </a:rPr>
              <a:t> </a:t>
            </a:r>
            <a:r>
              <a:rPr sz="1550" spc="-50" dirty="0">
                <a:solidFill>
                  <a:srgbClr val="5D6470"/>
                </a:solidFill>
                <a:latin typeface="Arial MT"/>
                <a:cs typeface="Arial MT"/>
              </a:rPr>
              <a:t>M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447892" y="5135703"/>
            <a:ext cx="1949450" cy="5632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2510"/>
              </a:lnSpc>
              <a:spcBef>
                <a:spcPts val="90"/>
              </a:spcBef>
            </a:pPr>
            <a:r>
              <a:rPr sz="2200" spc="-200" dirty="0">
                <a:solidFill>
                  <a:srgbClr val="080808"/>
                </a:solidFill>
                <a:latin typeface="Arial MT"/>
                <a:cs typeface="Arial MT"/>
              </a:rPr>
              <a:t>Image</a:t>
            </a:r>
            <a:r>
              <a:rPr sz="2200" spc="-60" dirty="0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sz="2200" spc="-145" dirty="0">
                <a:latin typeface="Arial MT"/>
                <a:cs typeface="Arial MT"/>
              </a:rPr>
              <a:t>Processing</a:t>
            </a:r>
            <a:endParaRPr sz="2200">
              <a:latin typeface="Arial MT"/>
              <a:cs typeface="Arial MT"/>
            </a:endParaRPr>
          </a:p>
          <a:p>
            <a:pPr marL="22860">
              <a:lnSpc>
                <a:spcPts val="1730"/>
              </a:lnSpc>
            </a:pPr>
            <a:r>
              <a:rPr sz="1550" spc="-135" dirty="0">
                <a:solidFill>
                  <a:srgbClr val="6E7285"/>
                </a:solidFill>
                <a:latin typeface="Arial MT"/>
                <a:cs typeface="Arial MT"/>
              </a:rPr>
              <a:t>E</a:t>
            </a:r>
            <a:r>
              <a:rPr sz="1550" spc="-135" dirty="0">
                <a:solidFill>
                  <a:srgbClr val="CDCDCD"/>
                </a:solidFill>
                <a:latin typeface="Arial MT"/>
                <a:cs typeface="Arial MT"/>
              </a:rPr>
              <a:t>N</a:t>
            </a:r>
            <a:r>
              <a:rPr sz="1550" spc="-135" dirty="0">
                <a:solidFill>
                  <a:srgbClr val="BFBFBF"/>
                </a:solidFill>
                <a:latin typeface="Arial MT"/>
                <a:cs typeface="Arial MT"/>
              </a:rPr>
              <a:t>HA</a:t>
            </a:r>
            <a:r>
              <a:rPr sz="1550" spc="-185" dirty="0">
                <a:solidFill>
                  <a:srgbClr val="BFBFBF"/>
                </a:solidFill>
                <a:latin typeface="Arial MT"/>
                <a:cs typeface="Arial MT"/>
              </a:rPr>
              <a:t> </a:t>
            </a:r>
            <a:r>
              <a:rPr sz="1550" spc="-190" dirty="0">
                <a:solidFill>
                  <a:srgbClr val="6E6E6E"/>
                </a:solidFill>
                <a:latin typeface="Arial MT"/>
                <a:cs typeface="Arial MT"/>
              </a:rPr>
              <a:t>NC</a:t>
            </a:r>
            <a:r>
              <a:rPr sz="1550" spc="-160" dirty="0">
                <a:solidFill>
                  <a:srgbClr val="6E6E6E"/>
                </a:solidFill>
                <a:latin typeface="Arial MT"/>
                <a:cs typeface="Arial MT"/>
              </a:rPr>
              <a:t> </a:t>
            </a:r>
            <a:r>
              <a:rPr sz="1550" spc="-295" dirty="0">
                <a:solidFill>
                  <a:srgbClr val="777777"/>
                </a:solidFill>
                <a:latin typeface="Arial MT"/>
                <a:cs typeface="Arial MT"/>
              </a:rPr>
              <a:t>E</a:t>
            </a:r>
            <a:r>
              <a:rPr sz="1550" spc="245" dirty="0">
                <a:solidFill>
                  <a:srgbClr val="777777"/>
                </a:solidFill>
                <a:latin typeface="Arial MT"/>
                <a:cs typeface="Arial MT"/>
              </a:rPr>
              <a:t> </a:t>
            </a:r>
            <a:r>
              <a:rPr sz="1550" spc="-315" dirty="0">
                <a:solidFill>
                  <a:srgbClr val="567083"/>
                </a:solidFill>
                <a:latin typeface="Arial MT"/>
                <a:cs typeface="Arial MT"/>
              </a:rPr>
              <a:t>&amp;</a:t>
            </a:r>
            <a:r>
              <a:rPr sz="1550" spc="150" dirty="0">
                <a:solidFill>
                  <a:srgbClr val="567083"/>
                </a:solidFill>
                <a:latin typeface="Arial MT"/>
                <a:cs typeface="Arial MT"/>
              </a:rPr>
              <a:t> </a:t>
            </a:r>
            <a:r>
              <a:rPr sz="1550" spc="-10" dirty="0">
                <a:solidFill>
                  <a:srgbClr val="EBEBEB"/>
                </a:solidFill>
                <a:latin typeface="Arial MT"/>
                <a:cs typeface="Arial MT"/>
              </a:rPr>
              <a:t>FI</a:t>
            </a:r>
            <a:r>
              <a:rPr sz="1550" spc="-10" dirty="0">
                <a:solidFill>
                  <a:srgbClr val="777777"/>
                </a:solidFill>
                <a:latin typeface="Arial MT"/>
                <a:cs typeface="Arial MT"/>
              </a:rPr>
              <a:t>LTER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467532" y="6690630"/>
            <a:ext cx="2386330" cy="5632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2510"/>
              </a:lnSpc>
              <a:spcBef>
                <a:spcPts val="90"/>
              </a:spcBef>
            </a:pPr>
            <a:r>
              <a:rPr sz="2200" spc="-220" dirty="0">
                <a:solidFill>
                  <a:srgbClr val="111111"/>
                </a:solidFill>
                <a:latin typeface="Arial MT"/>
                <a:cs typeface="Arial MT"/>
              </a:rPr>
              <a:t>En</a:t>
            </a:r>
            <a:r>
              <a:rPr sz="2200" spc="-220" dirty="0">
                <a:solidFill>
                  <a:srgbClr val="0C0C0C"/>
                </a:solidFill>
                <a:latin typeface="Arial MT"/>
                <a:cs typeface="Arial MT"/>
              </a:rPr>
              <a:t>hanced</a:t>
            </a:r>
            <a:r>
              <a:rPr sz="2200" spc="15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111111"/>
                </a:solidFill>
                <a:latin typeface="Arial MT"/>
                <a:cs typeface="Arial MT"/>
              </a:rPr>
              <a:t>Image</a:t>
            </a:r>
            <a:endParaRPr sz="2200" dirty="0">
              <a:latin typeface="Arial MT"/>
              <a:cs typeface="Arial MT"/>
            </a:endParaRPr>
          </a:p>
          <a:p>
            <a:pPr marL="19050">
              <a:lnSpc>
                <a:spcPts val="1730"/>
              </a:lnSpc>
            </a:pPr>
            <a:r>
              <a:rPr sz="1550" spc="-254" dirty="0">
                <a:solidFill>
                  <a:srgbClr val="666666"/>
                </a:solidFill>
                <a:latin typeface="Arial MT"/>
                <a:cs typeface="Arial MT"/>
              </a:rPr>
              <a:t>RE </a:t>
            </a:r>
            <a:r>
              <a:rPr sz="1550" spc="-125" dirty="0">
                <a:solidFill>
                  <a:srgbClr val="6B6B6B"/>
                </a:solidFill>
                <a:latin typeface="Arial MT"/>
                <a:cs typeface="Arial MT"/>
              </a:rPr>
              <a:t>FINE</a:t>
            </a:r>
            <a:r>
              <a:rPr sz="1550" spc="-120" dirty="0">
                <a:solidFill>
                  <a:srgbClr val="6B6B6B"/>
                </a:solidFill>
                <a:latin typeface="Arial MT"/>
                <a:cs typeface="Arial MT"/>
              </a:rPr>
              <a:t> </a:t>
            </a:r>
            <a:r>
              <a:rPr sz="1550" spc="-45" dirty="0">
                <a:solidFill>
                  <a:srgbClr val="606060"/>
                </a:solidFill>
                <a:latin typeface="Arial MT"/>
                <a:cs typeface="Arial MT"/>
              </a:rPr>
              <a:t>D</a:t>
            </a:r>
            <a:r>
              <a:rPr sz="1550" spc="-35" dirty="0">
                <a:solidFill>
                  <a:srgbClr val="606060"/>
                </a:solidFill>
                <a:latin typeface="Arial MT"/>
                <a:cs typeface="Arial MT"/>
              </a:rPr>
              <a:t> </a:t>
            </a:r>
            <a:r>
              <a:rPr sz="1550" spc="-75" dirty="0">
                <a:solidFill>
                  <a:srgbClr val="6B6B6B"/>
                </a:solidFill>
                <a:latin typeface="Arial MT"/>
                <a:cs typeface="Arial MT"/>
              </a:rPr>
              <a:t>MATRIX</a:t>
            </a:r>
            <a:r>
              <a:rPr sz="1550" spc="180" dirty="0">
                <a:solidFill>
                  <a:srgbClr val="6B6B6B"/>
                </a:solidFill>
                <a:latin typeface="Arial MT"/>
                <a:cs typeface="Arial MT"/>
              </a:rPr>
              <a:t> </a:t>
            </a:r>
            <a:r>
              <a:rPr sz="1550" spc="-25" dirty="0">
                <a:solidFill>
                  <a:srgbClr val="6B6B6B"/>
                </a:solidFill>
                <a:latin typeface="Arial MT"/>
                <a:cs typeface="Arial MT"/>
              </a:rPr>
              <a:t>0</a:t>
            </a:r>
            <a:r>
              <a:rPr sz="1550" spc="-25" dirty="0">
                <a:solidFill>
                  <a:srgbClr val="6E6E6E"/>
                </a:solidFill>
                <a:latin typeface="Arial MT"/>
                <a:cs typeface="Arial MT"/>
              </a:rPr>
              <a:t>UTPUT</a:t>
            </a:r>
            <a:endParaRPr sz="1550" dirty="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959502" y="863581"/>
            <a:ext cx="866140" cy="359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spc="-10" dirty="0">
                <a:solidFill>
                  <a:srgbClr val="21A38C"/>
                </a:solidFill>
                <a:latin typeface="Arial MT"/>
                <a:cs typeface="Arial MT"/>
              </a:rPr>
              <a:t>01</a:t>
            </a:r>
            <a:r>
              <a:rPr sz="2200" spc="-25" dirty="0">
                <a:solidFill>
                  <a:srgbClr val="21A38C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68791"/>
                </a:solidFill>
                <a:latin typeface="Arial MT"/>
                <a:cs typeface="Arial MT"/>
              </a:rPr>
              <a:t>/</a:t>
            </a:r>
            <a:r>
              <a:rPr sz="2200" spc="65" dirty="0">
                <a:solidFill>
                  <a:srgbClr val="168791"/>
                </a:solidFill>
                <a:latin typeface="Arial MT"/>
                <a:cs typeface="Arial MT"/>
              </a:rPr>
              <a:t> </a:t>
            </a:r>
            <a:r>
              <a:rPr sz="2200" spc="-50" dirty="0">
                <a:solidFill>
                  <a:srgbClr val="169389"/>
                </a:solidFill>
                <a:latin typeface="Arial MT"/>
                <a:cs typeface="Arial MT"/>
              </a:rPr>
              <a:t>05</a:t>
            </a:r>
            <a:endParaRPr sz="2200">
              <a:latin typeface="Arial MT"/>
              <a:cs typeface="Arial MT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0E9744B-5DCC-8AA2-3A4C-6C97FF4C4637}"/>
              </a:ext>
            </a:extLst>
          </p:cNvPr>
          <p:cNvPicPr/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23052" y="160161"/>
            <a:ext cx="2589997" cy="2675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C702351-EF88-AB6F-54AC-A126E79588DA}"/>
              </a:ext>
            </a:extLst>
          </p:cNvPr>
          <p:cNvPicPr/>
          <p:nvPr/>
        </p:nvPicPr>
        <p:blipFill>
          <a:blip r:embed="rId6"/>
          <a:srcRect/>
          <a:stretch>
            <a:fillRect/>
          </a:stretch>
        </p:blipFill>
        <p:spPr>
          <a:xfrm>
            <a:off x="17291050" y="160161"/>
            <a:ext cx="2176145" cy="267511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78257" y="3852545"/>
            <a:ext cx="9761855" cy="887730"/>
          </a:xfrm>
          <a:prstGeom prst="rect">
            <a:avLst/>
          </a:prstGeom>
          <a:solidFill>
            <a:srgbClr val="E8EBFB"/>
          </a:solidFill>
        </p:spPr>
        <p:txBody>
          <a:bodyPr vert="horz" wrap="square" lIns="0" tIns="2622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65"/>
              </a:spcBef>
              <a:tabLst>
                <a:tab pos="395605" algn="l"/>
                <a:tab pos="2628265" algn="l"/>
                <a:tab pos="6370320" algn="l"/>
              </a:tabLst>
            </a:pPr>
            <a:r>
              <a:rPr sz="3075" spc="-75" baseline="1355" dirty="0">
                <a:solidFill>
                  <a:srgbClr val="F2F2F2"/>
                </a:solidFill>
                <a:latin typeface="Arial MT"/>
                <a:cs typeface="Arial MT"/>
              </a:rPr>
              <a:t>t</a:t>
            </a:r>
            <a:r>
              <a:rPr sz="3075" baseline="1355" dirty="0">
                <a:solidFill>
                  <a:srgbClr val="F2F2F2"/>
                </a:solidFill>
                <a:latin typeface="Arial MT"/>
                <a:cs typeface="Arial MT"/>
              </a:rPr>
              <a:t>	</a:t>
            </a:r>
            <a:r>
              <a:rPr sz="3075" spc="-15" baseline="1355" dirty="0">
                <a:solidFill>
                  <a:srgbClr val="FFFFFF"/>
                </a:solidFill>
                <a:latin typeface="Arial MT"/>
                <a:cs typeface="Arial MT"/>
              </a:rPr>
              <a:t>Parameter</a:t>
            </a:r>
            <a:r>
              <a:rPr sz="3075" baseline="1355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2200" spc="-75" dirty="0">
                <a:solidFill>
                  <a:srgbClr val="FFFFFF"/>
                </a:solidFill>
                <a:latin typeface="Arial MT"/>
                <a:cs typeface="Arial MT"/>
              </a:rPr>
              <a:t>Image</a:t>
            </a:r>
            <a:r>
              <a:rPr sz="22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 MT"/>
                <a:cs typeface="Arial MT"/>
              </a:rPr>
              <a:t>Processing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	Computer</a:t>
            </a:r>
            <a:r>
              <a:rPr sz="2200" spc="-1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 MT"/>
                <a:cs typeface="Arial MT"/>
              </a:rPr>
              <a:t>Vision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318250" y="1190603"/>
            <a:ext cx="8578850" cy="889635"/>
          </a:xfrm>
          <a:prstGeom prst="rect">
            <a:avLst/>
          </a:prstGeom>
        </p:spPr>
        <p:txBody>
          <a:bodyPr vert="horz" wrap="square" lIns="0" tIns="85996" rIns="0" bIns="0" rtlCol="0">
            <a:spAutoFit/>
          </a:bodyPr>
          <a:lstStyle/>
          <a:p>
            <a:pPr marL="31115">
              <a:lnSpc>
                <a:spcPct val="100000"/>
              </a:lnSpc>
              <a:spcBef>
                <a:spcPts val="100"/>
              </a:spcBef>
            </a:pPr>
            <a:r>
              <a:rPr sz="5150" spc="-10" dirty="0">
                <a:solidFill>
                  <a:srgbClr val="131313"/>
                </a:solidFill>
              </a:rPr>
              <a:t>Core</a:t>
            </a:r>
            <a:r>
              <a:rPr sz="5150" spc="-595" dirty="0">
                <a:solidFill>
                  <a:srgbClr val="131313"/>
                </a:solidFill>
              </a:rPr>
              <a:t> </a:t>
            </a:r>
            <a:r>
              <a:rPr sz="5150" spc="-10" dirty="0">
                <a:solidFill>
                  <a:srgbClr val="111111"/>
                </a:solidFill>
              </a:rPr>
              <a:t>Distinctions</a:t>
            </a:r>
            <a:endParaRPr sz="5150" dirty="0"/>
          </a:p>
        </p:txBody>
      </p:sp>
      <p:sp>
        <p:nvSpPr>
          <p:cNvPr id="4" name="object 4"/>
          <p:cNvSpPr txBox="1"/>
          <p:nvPr/>
        </p:nvSpPr>
        <p:spPr>
          <a:xfrm>
            <a:off x="1669962" y="4035483"/>
            <a:ext cx="6106795" cy="1856739"/>
          </a:xfrm>
          <a:prstGeom prst="rect">
            <a:avLst/>
          </a:prstGeom>
        </p:spPr>
        <p:txBody>
          <a:bodyPr vert="horz" wrap="square" lIns="0" tIns="239395" rIns="0" bIns="0" rtlCol="0">
            <a:spAutoFit/>
          </a:bodyPr>
          <a:lstStyle/>
          <a:p>
            <a:pPr marL="496570">
              <a:lnSpc>
                <a:spcPct val="100000"/>
              </a:lnSpc>
              <a:spcBef>
                <a:spcPts val="1885"/>
              </a:spcBef>
            </a:pPr>
            <a:r>
              <a:rPr sz="2700" spc="-10" dirty="0">
                <a:solidFill>
                  <a:srgbClr val="111111"/>
                </a:solidFill>
                <a:latin typeface="Arial MT"/>
                <a:cs typeface="Arial MT"/>
              </a:rPr>
              <a:t>Image</a:t>
            </a:r>
            <a:r>
              <a:rPr sz="2700" spc="-22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2700" spc="-10" dirty="0">
                <a:solidFill>
                  <a:srgbClr val="050505"/>
                </a:solidFill>
                <a:latin typeface="Arial MT"/>
                <a:cs typeface="Arial MT"/>
              </a:rPr>
              <a:t>Processing</a:t>
            </a:r>
            <a:endParaRPr sz="2700">
              <a:latin typeface="Arial MT"/>
              <a:cs typeface="Arial MT"/>
            </a:endParaRPr>
          </a:p>
          <a:p>
            <a:pPr marL="12700" marR="5080" indent="1270">
              <a:lnSpc>
                <a:spcPct val="113100"/>
              </a:lnSpc>
              <a:spcBef>
                <a:spcPts val="1045"/>
              </a:spcBef>
            </a:pPr>
            <a:r>
              <a:rPr sz="2050" spc="-130" dirty="0">
                <a:solidFill>
                  <a:srgbClr val="494949"/>
                </a:solidFill>
                <a:latin typeface="Arial MT"/>
                <a:cs typeface="Arial MT"/>
              </a:rPr>
              <a:t>Primarily</a:t>
            </a:r>
            <a:r>
              <a:rPr sz="2050" spc="-25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2050" spc="-120" dirty="0">
                <a:solidFill>
                  <a:srgbClr val="3D3D3D"/>
                </a:solidFill>
                <a:latin typeface="Arial MT"/>
                <a:cs typeface="Arial MT"/>
              </a:rPr>
              <a:t>modifies</a:t>
            </a:r>
            <a:r>
              <a:rPr sz="2050" spc="-30" dirty="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sz="2050" spc="-95" dirty="0">
                <a:solidFill>
                  <a:srgbClr val="565656"/>
                </a:solidFill>
                <a:latin typeface="Arial MT"/>
                <a:cs typeface="Arial MT"/>
              </a:rPr>
              <a:t>pixel</a:t>
            </a:r>
            <a:r>
              <a:rPr sz="2050" spc="-60" dirty="0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sz="2050" spc="-90" dirty="0">
                <a:solidFill>
                  <a:srgbClr val="4F4F4F"/>
                </a:solidFill>
                <a:latin typeface="Arial MT"/>
                <a:cs typeface="Arial MT"/>
              </a:rPr>
              <a:t>intensity</a:t>
            </a:r>
            <a:r>
              <a:rPr sz="2050" spc="80" dirty="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sz="2050" spc="-114" dirty="0">
                <a:solidFill>
                  <a:srgbClr val="464646"/>
                </a:solidFill>
                <a:latin typeface="Arial MT"/>
                <a:cs typeface="Arial MT"/>
              </a:rPr>
              <a:t>matrices.</a:t>
            </a:r>
            <a:r>
              <a:rPr sz="2050" spc="7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050" spc="-195" dirty="0">
                <a:solidFill>
                  <a:srgbClr val="525252"/>
                </a:solidFill>
                <a:latin typeface="Arial MT"/>
                <a:cs typeface="Arial MT"/>
              </a:rPr>
              <a:t>Core</a:t>
            </a:r>
            <a:r>
              <a:rPr sz="2050" spc="20" dirty="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sz="2050" spc="-10" dirty="0">
                <a:solidFill>
                  <a:srgbClr val="444444"/>
                </a:solidFill>
                <a:latin typeface="Arial MT"/>
                <a:cs typeface="Arial MT"/>
              </a:rPr>
              <a:t>operations </a:t>
            </a:r>
            <a:r>
              <a:rPr sz="2050" spc="-105" dirty="0">
                <a:solidFill>
                  <a:srgbClr val="464646"/>
                </a:solidFill>
                <a:latin typeface="Arial MT"/>
                <a:cs typeface="Arial MT"/>
              </a:rPr>
              <a:t>include</a:t>
            </a:r>
            <a:r>
              <a:rPr sz="2050" spc="6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050" spc="-114" dirty="0">
                <a:solidFill>
                  <a:srgbClr val="494949"/>
                </a:solidFill>
                <a:latin typeface="Arial MT"/>
                <a:cs typeface="Arial MT"/>
              </a:rPr>
              <a:t>spatial</a:t>
            </a:r>
            <a:r>
              <a:rPr sz="2050" spc="-30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2050" spc="-130" dirty="0">
                <a:solidFill>
                  <a:srgbClr val="464646"/>
                </a:solidFill>
                <a:latin typeface="Arial MT"/>
                <a:cs typeface="Arial MT"/>
              </a:rPr>
              <a:t>kernel</a:t>
            </a:r>
            <a:r>
              <a:rPr sz="2050" spc="-2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050" spc="-70" dirty="0">
                <a:solidFill>
                  <a:srgbClr val="414141"/>
                </a:solidFill>
                <a:latin typeface="Arial MT"/>
                <a:cs typeface="Arial MT"/>
              </a:rPr>
              <a:t>filtering,</a:t>
            </a:r>
            <a:r>
              <a:rPr sz="2050" spc="-15" dirty="0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sz="2050" spc="-125" dirty="0">
                <a:solidFill>
                  <a:srgbClr val="484848"/>
                </a:solidFill>
                <a:latin typeface="Arial MT"/>
                <a:cs typeface="Arial MT"/>
              </a:rPr>
              <a:t>histogram</a:t>
            </a:r>
            <a:r>
              <a:rPr sz="2050" spc="65" dirty="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sz="2050" spc="-120" dirty="0">
                <a:solidFill>
                  <a:srgbClr val="494949"/>
                </a:solidFill>
                <a:latin typeface="Arial MT"/>
                <a:cs typeface="Arial MT"/>
              </a:rPr>
              <a:t>normalization,</a:t>
            </a:r>
            <a:r>
              <a:rPr sz="2050" spc="-95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2050" spc="-25" dirty="0">
                <a:solidFill>
                  <a:srgbClr val="494949"/>
                </a:solidFill>
                <a:latin typeface="Arial MT"/>
                <a:cs typeface="Arial MT"/>
              </a:rPr>
              <a:t>and </a:t>
            </a:r>
            <a:r>
              <a:rPr sz="2050" spc="-170" dirty="0">
                <a:solidFill>
                  <a:srgbClr val="494949"/>
                </a:solidFill>
                <a:latin typeface="Arial MT"/>
                <a:cs typeface="Arial MT"/>
              </a:rPr>
              <a:t>Fourier</a:t>
            </a:r>
            <a:r>
              <a:rPr sz="2050" spc="25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2050" spc="-120" dirty="0">
                <a:solidFill>
                  <a:srgbClr val="464646"/>
                </a:solidFill>
                <a:latin typeface="Arial MT"/>
                <a:cs typeface="Arial MT"/>
              </a:rPr>
              <a:t>transforms</a:t>
            </a:r>
            <a:r>
              <a:rPr sz="2050" spc="-2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050" spc="-20" dirty="0">
                <a:solidFill>
                  <a:srgbClr val="4D4D4D"/>
                </a:solidFill>
                <a:latin typeface="Arial MT"/>
                <a:cs typeface="Arial MT"/>
              </a:rPr>
              <a:t>to</a:t>
            </a:r>
            <a:r>
              <a:rPr sz="2050" spc="-130" dirty="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2050" spc="-105" dirty="0">
                <a:solidFill>
                  <a:srgbClr val="494949"/>
                </a:solidFill>
                <a:latin typeface="Arial MT"/>
                <a:cs typeface="Arial MT"/>
              </a:rPr>
              <a:t>produce</a:t>
            </a:r>
            <a:r>
              <a:rPr sz="2050" spc="-25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2050" spc="-235" dirty="0">
                <a:solidFill>
                  <a:srgbClr val="444444"/>
                </a:solidFill>
                <a:latin typeface="Arial MT"/>
                <a:cs typeface="Arial MT"/>
              </a:rPr>
              <a:t>a</a:t>
            </a:r>
            <a:r>
              <a:rPr sz="2050" spc="-1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2050" spc="-80" dirty="0">
                <a:solidFill>
                  <a:srgbClr val="494949"/>
                </a:solidFill>
                <a:latin typeface="Arial MT"/>
                <a:cs typeface="Arial MT"/>
              </a:rPr>
              <a:t>corrected</a:t>
            </a:r>
            <a:r>
              <a:rPr sz="2050" spc="130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2050" spc="-140" dirty="0">
                <a:solidFill>
                  <a:srgbClr val="3B3B3B"/>
                </a:solidFill>
                <a:latin typeface="Arial MT"/>
                <a:cs typeface="Arial MT"/>
              </a:rPr>
              <a:t>visual</a:t>
            </a:r>
            <a:r>
              <a:rPr sz="2050" spc="-25" dirty="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sz="2050" spc="-10" dirty="0">
                <a:solidFill>
                  <a:srgbClr val="343434"/>
                </a:solidFill>
                <a:latin typeface="Arial MT"/>
                <a:cs typeface="Arial MT"/>
              </a:rPr>
              <a:t>output.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67021" y="6745764"/>
            <a:ext cx="6349365" cy="1879600"/>
          </a:xfrm>
          <a:prstGeom prst="rect">
            <a:avLst/>
          </a:prstGeom>
        </p:spPr>
        <p:txBody>
          <a:bodyPr vert="horz" wrap="square" lIns="0" tIns="24892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960"/>
              </a:spcBef>
            </a:pPr>
            <a:r>
              <a:rPr sz="2800" spc="-600" dirty="0">
                <a:solidFill>
                  <a:srgbClr val="159195"/>
                </a:solidFill>
                <a:latin typeface="Arial MT"/>
                <a:cs typeface="Arial MT"/>
              </a:rPr>
              <a:t>4D•</a:t>
            </a:r>
            <a:r>
              <a:rPr sz="2800" spc="254" dirty="0">
                <a:solidFill>
                  <a:srgbClr val="159195"/>
                </a:solidFill>
                <a:latin typeface="Arial MT"/>
                <a:cs typeface="Arial MT"/>
              </a:rPr>
              <a:t> </a:t>
            </a:r>
            <a:r>
              <a:rPr sz="2800" spc="-60" dirty="0">
                <a:solidFill>
                  <a:srgbClr val="050505"/>
                </a:solidFill>
                <a:latin typeface="Arial MT"/>
                <a:cs typeface="Arial MT"/>
              </a:rPr>
              <a:t>Computer</a:t>
            </a:r>
            <a:r>
              <a:rPr sz="2800" spc="-110" dirty="0">
                <a:solidFill>
                  <a:srgbClr val="050505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A0A0A"/>
                </a:solidFill>
                <a:latin typeface="Arial MT"/>
                <a:cs typeface="Arial MT"/>
              </a:rPr>
              <a:t>Vision</a:t>
            </a:r>
            <a:endParaRPr sz="2800" dirty="0">
              <a:latin typeface="Arial MT"/>
              <a:cs typeface="Arial MT"/>
            </a:endParaRPr>
          </a:p>
          <a:p>
            <a:pPr marL="19685" marR="5080" indent="-7620">
              <a:lnSpc>
                <a:spcPct val="113100"/>
              </a:lnSpc>
              <a:spcBef>
                <a:spcPts val="1025"/>
              </a:spcBef>
            </a:pPr>
            <a:r>
              <a:rPr sz="2050" spc="-85" dirty="0">
                <a:solidFill>
                  <a:srgbClr val="343434"/>
                </a:solidFill>
                <a:latin typeface="Arial MT"/>
                <a:cs typeface="Arial MT"/>
              </a:rPr>
              <a:t>Interprets</a:t>
            </a:r>
            <a:r>
              <a:rPr sz="2050" spc="3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2050" spc="-100" dirty="0">
                <a:solidFill>
                  <a:srgbClr val="4B4B4B"/>
                </a:solidFill>
                <a:latin typeface="Arial MT"/>
                <a:cs typeface="Arial MT"/>
              </a:rPr>
              <a:t>the</a:t>
            </a:r>
            <a:r>
              <a:rPr sz="2050" spc="-40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050" spc="-130" dirty="0">
                <a:solidFill>
                  <a:srgbClr val="424242"/>
                </a:solidFill>
                <a:latin typeface="Arial MT"/>
                <a:cs typeface="Arial MT"/>
              </a:rPr>
              <a:t>multidimensional</a:t>
            </a:r>
            <a:r>
              <a:rPr sz="2050" spc="-75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2050" spc="-135" dirty="0">
                <a:solidFill>
                  <a:srgbClr val="3A3A3A"/>
                </a:solidFill>
                <a:latin typeface="Arial MT"/>
                <a:cs typeface="Arial MT"/>
              </a:rPr>
              <a:t>environment.</a:t>
            </a:r>
            <a:r>
              <a:rPr sz="2050" spc="30" dirty="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sz="2050" dirty="0">
                <a:solidFill>
                  <a:srgbClr val="494949"/>
                </a:solidFill>
                <a:latin typeface="Arial MT"/>
                <a:cs typeface="Arial MT"/>
              </a:rPr>
              <a:t>It</a:t>
            </a:r>
            <a:r>
              <a:rPr sz="2050" spc="-25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2050" spc="-10" dirty="0">
                <a:solidFill>
                  <a:srgbClr val="4D4D4D"/>
                </a:solidFill>
                <a:latin typeface="Arial MT"/>
                <a:cs typeface="Arial MT"/>
              </a:rPr>
              <a:t>extracts </a:t>
            </a:r>
            <a:r>
              <a:rPr sz="2050" spc="-130" dirty="0">
                <a:solidFill>
                  <a:srgbClr val="444444"/>
                </a:solidFill>
                <a:latin typeface="Arial MT"/>
                <a:cs typeface="Arial MT"/>
              </a:rPr>
              <a:t>higher-</a:t>
            </a:r>
            <a:r>
              <a:rPr sz="2050" spc="-95" dirty="0">
                <a:solidFill>
                  <a:srgbClr val="444444"/>
                </a:solidFill>
                <a:latin typeface="Arial MT"/>
                <a:cs typeface="Arial MT"/>
              </a:rPr>
              <a:t>level</a:t>
            </a:r>
            <a:r>
              <a:rPr sz="2050" spc="-6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2050" spc="-100" dirty="0">
                <a:solidFill>
                  <a:srgbClr val="444444"/>
                </a:solidFill>
                <a:latin typeface="Arial MT"/>
                <a:cs typeface="Arial MT"/>
              </a:rPr>
              <a:t>abstractions</a:t>
            </a:r>
            <a:r>
              <a:rPr sz="2050" spc="-3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2050" spc="-85" dirty="0">
                <a:solidFill>
                  <a:srgbClr val="4D4D4D"/>
                </a:solidFill>
                <a:latin typeface="Arial MT"/>
                <a:cs typeface="Arial MT"/>
              </a:rPr>
              <a:t>like</a:t>
            </a:r>
            <a:r>
              <a:rPr sz="2050" spc="-10" dirty="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2050" spc="-175" dirty="0">
                <a:solidFill>
                  <a:srgbClr val="494949"/>
                </a:solidFill>
                <a:latin typeface="Arial MT"/>
                <a:cs typeface="Arial MT"/>
              </a:rPr>
              <a:t>shape</a:t>
            </a:r>
            <a:r>
              <a:rPr sz="2050" spc="20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2050" spc="-70" dirty="0">
                <a:solidFill>
                  <a:srgbClr val="4F4F4F"/>
                </a:solidFill>
                <a:latin typeface="Arial MT"/>
                <a:cs typeface="Arial MT"/>
              </a:rPr>
              <a:t>context,</a:t>
            </a:r>
            <a:r>
              <a:rPr sz="2050" spc="-15" dirty="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sz="2050" spc="-114" dirty="0">
                <a:solidFill>
                  <a:srgbClr val="4B4B4B"/>
                </a:solidFill>
                <a:latin typeface="Arial MT"/>
                <a:cs typeface="Arial MT"/>
              </a:rPr>
              <a:t>bounding</a:t>
            </a:r>
            <a:r>
              <a:rPr sz="2050" spc="60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050" spc="-65" dirty="0">
                <a:solidFill>
                  <a:srgbClr val="3F3F3F"/>
                </a:solidFill>
                <a:latin typeface="Arial MT"/>
                <a:cs typeface="Arial MT"/>
              </a:rPr>
              <a:t>boxes, </a:t>
            </a:r>
            <a:r>
              <a:rPr sz="2050" spc="-155" dirty="0">
                <a:solidFill>
                  <a:srgbClr val="3A4F64"/>
                </a:solidFill>
                <a:latin typeface="Arial MT"/>
                <a:cs typeface="Arial MT"/>
              </a:rPr>
              <a:t>or</a:t>
            </a:r>
            <a:r>
              <a:rPr sz="2050" spc="-40" dirty="0">
                <a:solidFill>
                  <a:srgbClr val="3A4F64"/>
                </a:solidFill>
                <a:latin typeface="Arial MT"/>
                <a:cs typeface="Arial MT"/>
              </a:rPr>
              <a:t> </a:t>
            </a:r>
            <a:r>
              <a:rPr sz="2050" spc="-110" dirty="0">
                <a:solidFill>
                  <a:srgbClr val="4F4F4F"/>
                </a:solidFill>
                <a:latin typeface="Arial MT"/>
                <a:cs typeface="Arial MT"/>
              </a:rPr>
              <a:t>temporal</a:t>
            </a:r>
            <a:r>
              <a:rPr sz="2050" spc="-30" dirty="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sz="2050" spc="-100" dirty="0">
                <a:solidFill>
                  <a:srgbClr val="484848"/>
                </a:solidFill>
                <a:latin typeface="Arial MT"/>
                <a:cs typeface="Arial MT"/>
              </a:rPr>
              <a:t>vectors</a:t>
            </a:r>
            <a:r>
              <a:rPr sz="2050" spc="-75" dirty="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sz="2050" spc="-20" dirty="0">
                <a:solidFill>
                  <a:srgbClr val="4B4B4B"/>
                </a:solidFill>
                <a:latin typeface="Arial MT"/>
                <a:cs typeface="Arial MT"/>
              </a:rPr>
              <a:t>to</a:t>
            </a:r>
            <a:r>
              <a:rPr sz="2050" spc="-125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050" spc="-90" dirty="0">
                <a:solidFill>
                  <a:srgbClr val="484848"/>
                </a:solidFill>
                <a:latin typeface="Arial MT"/>
                <a:cs typeface="Arial MT"/>
              </a:rPr>
              <a:t>draw</a:t>
            </a:r>
            <a:r>
              <a:rPr sz="2050" spc="40" dirty="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sz="2050" spc="-95" dirty="0">
                <a:solidFill>
                  <a:srgbClr val="494949"/>
                </a:solidFill>
                <a:latin typeface="Arial MT"/>
                <a:cs typeface="Arial MT"/>
              </a:rPr>
              <a:t>structural</a:t>
            </a:r>
            <a:r>
              <a:rPr sz="2050" spc="-45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2050" spc="-25" dirty="0">
                <a:solidFill>
                  <a:srgbClr val="4D4D4D"/>
                </a:solidFill>
                <a:latin typeface="Arial MT"/>
                <a:cs typeface="Arial MT"/>
              </a:rPr>
              <a:t>inferences.</a:t>
            </a:r>
            <a:endParaRPr sz="2050" dirty="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459990" y="4877203"/>
            <a:ext cx="920115" cy="63817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indent="1270">
              <a:lnSpc>
                <a:spcPts val="2350"/>
              </a:lnSpc>
              <a:spcBef>
                <a:spcPts val="280"/>
              </a:spcBef>
            </a:pPr>
            <a:r>
              <a:rPr sz="2050" spc="-10" dirty="0">
                <a:solidFill>
                  <a:srgbClr val="4D48DB"/>
                </a:solidFill>
                <a:latin typeface="Arial MT"/>
                <a:cs typeface="Arial MT"/>
              </a:rPr>
              <a:t>Primary </a:t>
            </a:r>
            <a:r>
              <a:rPr sz="2050" spc="-20" dirty="0">
                <a:solidFill>
                  <a:srgbClr val="5242DA"/>
                </a:solidFill>
                <a:latin typeface="Arial MT"/>
                <a:cs typeface="Arial MT"/>
              </a:rPr>
              <a:t>Goal</a:t>
            </a:r>
            <a:endParaRPr sz="205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461270" y="5992352"/>
            <a:ext cx="852805" cy="63817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indent="6350">
              <a:lnSpc>
                <a:spcPts val="2350"/>
              </a:lnSpc>
              <a:spcBef>
                <a:spcPts val="280"/>
              </a:spcBef>
            </a:pPr>
            <a:r>
              <a:rPr sz="2050" spc="-10" dirty="0">
                <a:solidFill>
                  <a:srgbClr val="523FE6"/>
                </a:solidFill>
                <a:latin typeface="Arial MT"/>
                <a:cs typeface="Arial MT"/>
              </a:rPr>
              <a:t>Typical </a:t>
            </a:r>
            <a:r>
              <a:rPr sz="2050" spc="-10" dirty="0">
                <a:solidFill>
                  <a:srgbClr val="4B52E1"/>
                </a:solidFill>
                <a:latin typeface="Arial MT"/>
                <a:cs typeface="Arial MT"/>
              </a:rPr>
              <a:t>Output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457359" y="7107501"/>
            <a:ext cx="1249680" cy="6381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9209">
              <a:lnSpc>
                <a:spcPts val="2405"/>
              </a:lnSpc>
              <a:spcBef>
                <a:spcPts val="110"/>
              </a:spcBef>
            </a:pPr>
            <a:r>
              <a:rPr sz="2050" spc="-25" dirty="0">
                <a:solidFill>
                  <a:srgbClr val="5449D4"/>
                </a:solidFill>
                <a:latin typeface="Arial MT"/>
                <a:cs typeface="Arial MT"/>
              </a:rPr>
              <a:t>AI</a:t>
            </a:r>
            <a:endParaRPr sz="2050">
              <a:latin typeface="Arial MT"/>
              <a:cs typeface="Arial MT"/>
            </a:endParaRPr>
          </a:p>
          <a:p>
            <a:pPr marL="12700">
              <a:lnSpc>
                <a:spcPts val="2405"/>
              </a:lnSpc>
            </a:pPr>
            <a:r>
              <a:rPr sz="2050" spc="-10" dirty="0">
                <a:solidFill>
                  <a:srgbClr val="5648D6"/>
                </a:solidFill>
                <a:latin typeface="Arial MT"/>
                <a:cs typeface="Arial MT"/>
              </a:rPr>
              <a:t>Integration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460886" y="8379714"/>
            <a:ext cx="1307465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spc="-10" dirty="0">
                <a:solidFill>
                  <a:srgbClr val="5456C3"/>
                </a:solidFill>
                <a:latin typeface="Arial MT"/>
                <a:cs typeface="Arial MT"/>
              </a:rPr>
              <a:t>Complexity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695511" y="4885056"/>
            <a:ext cx="2745105" cy="63817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9685" marR="5080" indent="-7620">
              <a:lnSpc>
                <a:spcPts val="2350"/>
              </a:lnSpc>
              <a:spcBef>
                <a:spcPts val="280"/>
              </a:spcBef>
            </a:pPr>
            <a:r>
              <a:rPr sz="2050" spc="-30" dirty="0">
                <a:solidFill>
                  <a:srgbClr val="2A2A2A"/>
                </a:solidFill>
                <a:latin typeface="Arial MT"/>
                <a:cs typeface="Arial MT"/>
              </a:rPr>
              <a:t>Improves</a:t>
            </a:r>
            <a:r>
              <a:rPr sz="2050" spc="3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2050" spc="-50" dirty="0">
                <a:solidFill>
                  <a:srgbClr val="2D2D2D"/>
                </a:solidFill>
                <a:latin typeface="Arial MT"/>
                <a:cs typeface="Arial MT"/>
              </a:rPr>
              <a:t>visual </a:t>
            </a:r>
            <a:r>
              <a:rPr sz="2050" dirty="0">
                <a:solidFill>
                  <a:srgbClr val="2D2D2D"/>
                </a:solidFill>
                <a:latin typeface="Arial MT"/>
                <a:cs typeface="Arial MT"/>
              </a:rPr>
              <a:t>clarity</a:t>
            </a:r>
            <a:r>
              <a:rPr sz="2050" spc="-105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2050" spc="-65" dirty="0">
                <a:solidFill>
                  <a:srgbClr val="264270"/>
                </a:solidFill>
                <a:latin typeface="Arial MT"/>
                <a:cs typeface="Arial MT"/>
              </a:rPr>
              <a:t>&amp; </a:t>
            </a:r>
            <a:r>
              <a:rPr sz="2050" spc="-10" dirty="0">
                <a:solidFill>
                  <a:srgbClr val="2D2D2D"/>
                </a:solidFill>
                <a:latin typeface="Arial MT"/>
                <a:cs typeface="Arial MT"/>
              </a:rPr>
              <a:t>artifacts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700498" y="6157269"/>
            <a:ext cx="2900045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dirty="0">
                <a:solidFill>
                  <a:srgbClr val="333333"/>
                </a:solidFill>
                <a:latin typeface="Arial MT"/>
                <a:cs typeface="Arial MT"/>
              </a:rPr>
              <a:t>Modified</a:t>
            </a:r>
            <a:r>
              <a:rPr sz="2050" spc="3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050" spc="-165" dirty="0">
                <a:solidFill>
                  <a:srgbClr val="2F2F2F"/>
                </a:solidFill>
                <a:latin typeface="Arial MT"/>
                <a:cs typeface="Arial MT"/>
              </a:rPr>
              <a:t>2D</a:t>
            </a:r>
            <a:r>
              <a:rPr sz="2050" spc="-55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2050" spc="-85" dirty="0">
                <a:solidFill>
                  <a:srgbClr val="333333"/>
                </a:solidFill>
                <a:latin typeface="Arial MT"/>
                <a:cs typeface="Arial MT"/>
              </a:rPr>
              <a:t>Image</a:t>
            </a:r>
            <a:r>
              <a:rPr sz="2050" spc="5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050" spc="-10" dirty="0">
                <a:solidFill>
                  <a:srgbClr val="3D3D3D"/>
                </a:solidFill>
                <a:latin typeface="Arial MT"/>
                <a:cs typeface="Arial MT"/>
              </a:rPr>
              <a:t>Matrix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699728" y="7115354"/>
            <a:ext cx="2783840" cy="63817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4765" marR="5080" indent="-12700">
              <a:lnSpc>
                <a:spcPts val="2350"/>
              </a:lnSpc>
              <a:spcBef>
                <a:spcPts val="280"/>
              </a:spcBef>
            </a:pPr>
            <a:r>
              <a:rPr sz="2050" spc="-10" dirty="0">
                <a:solidFill>
                  <a:srgbClr val="212121"/>
                </a:solidFill>
                <a:latin typeface="Arial MT"/>
                <a:cs typeface="Arial MT"/>
              </a:rPr>
              <a:t>Deterministic</a:t>
            </a:r>
            <a:r>
              <a:rPr sz="2050" spc="11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050" spc="-45" dirty="0">
                <a:solidFill>
                  <a:srgbClr val="333333"/>
                </a:solidFill>
                <a:latin typeface="Arial MT"/>
                <a:cs typeface="Arial MT"/>
              </a:rPr>
              <a:t>Algorithms </a:t>
            </a:r>
            <a:r>
              <a:rPr sz="2050" spc="-10" dirty="0">
                <a:solidFill>
                  <a:srgbClr val="2F2F2F"/>
                </a:solidFill>
                <a:latin typeface="Arial MT"/>
                <a:cs typeface="Arial MT"/>
              </a:rPr>
              <a:t>(Frequencies)</a:t>
            </a:r>
            <a:endParaRPr sz="2050" dirty="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699619" y="8230504"/>
            <a:ext cx="2244090" cy="63817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indent="635">
              <a:lnSpc>
                <a:spcPts val="2350"/>
              </a:lnSpc>
              <a:spcBef>
                <a:spcPts val="280"/>
              </a:spcBef>
            </a:pPr>
            <a:r>
              <a:rPr sz="2050" spc="-20" dirty="0">
                <a:solidFill>
                  <a:srgbClr val="333333"/>
                </a:solidFill>
                <a:latin typeface="Arial MT"/>
                <a:cs typeface="Arial MT"/>
              </a:rPr>
              <a:t>Lower</a:t>
            </a:r>
            <a:r>
              <a:rPr sz="2050" spc="-6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050" spc="-35" dirty="0">
                <a:solidFill>
                  <a:srgbClr val="383838"/>
                </a:solidFill>
                <a:latin typeface="Arial MT"/>
                <a:cs typeface="Arial MT"/>
              </a:rPr>
              <a:t>(linear/matrix </a:t>
            </a:r>
            <a:r>
              <a:rPr sz="2050" spc="-10" dirty="0">
                <a:solidFill>
                  <a:srgbClr val="282828"/>
                </a:solidFill>
                <a:latin typeface="Arial MT"/>
                <a:cs typeface="Arial MT"/>
              </a:rPr>
              <a:t>transforms)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905212" y="1374692"/>
            <a:ext cx="920750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dirty="0">
                <a:solidFill>
                  <a:srgbClr val="118575"/>
                </a:solidFill>
                <a:latin typeface="Arial MT"/>
                <a:cs typeface="Arial MT"/>
              </a:rPr>
              <a:t>02</a:t>
            </a:r>
            <a:r>
              <a:rPr sz="2050" spc="440" dirty="0">
                <a:solidFill>
                  <a:srgbClr val="118575"/>
                </a:solidFill>
                <a:latin typeface="Arial MT"/>
                <a:cs typeface="Arial MT"/>
              </a:rPr>
              <a:t> </a:t>
            </a:r>
            <a:r>
              <a:rPr sz="2050" dirty="0">
                <a:solidFill>
                  <a:srgbClr val="1F8982"/>
                </a:solidFill>
                <a:latin typeface="Arial MT"/>
                <a:cs typeface="Arial MT"/>
              </a:rPr>
              <a:t>/</a:t>
            </a:r>
            <a:r>
              <a:rPr sz="2050" spc="240" dirty="0">
                <a:solidFill>
                  <a:srgbClr val="1F8982"/>
                </a:solidFill>
                <a:latin typeface="Arial MT"/>
                <a:cs typeface="Arial MT"/>
              </a:rPr>
              <a:t> </a:t>
            </a:r>
            <a:r>
              <a:rPr sz="2050" spc="-25" dirty="0">
                <a:solidFill>
                  <a:srgbClr val="218075"/>
                </a:solidFill>
                <a:latin typeface="Arial MT"/>
                <a:cs typeface="Arial MT"/>
              </a:rPr>
              <a:t>0</a:t>
            </a:r>
            <a:r>
              <a:rPr sz="2050" spc="-25" dirty="0">
                <a:solidFill>
                  <a:srgbClr val="3B9791"/>
                </a:solidFill>
                <a:latin typeface="Arial MT"/>
                <a:cs typeface="Arial MT"/>
              </a:rPr>
              <a:t>5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425763" y="4885056"/>
            <a:ext cx="2619375" cy="63817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8575" marR="5080" indent="-16510">
              <a:lnSpc>
                <a:spcPts val="2350"/>
              </a:lnSpc>
              <a:spcBef>
                <a:spcPts val="280"/>
              </a:spcBef>
            </a:pPr>
            <a:r>
              <a:rPr sz="2050" dirty="0">
                <a:solidFill>
                  <a:srgbClr val="313131"/>
                </a:solidFill>
                <a:latin typeface="Arial MT"/>
                <a:cs typeface="Arial MT"/>
              </a:rPr>
              <a:t>Infers</a:t>
            </a:r>
            <a:r>
              <a:rPr sz="2050" spc="-12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050" dirty="0">
                <a:solidFill>
                  <a:srgbClr val="2A2A2A"/>
                </a:solidFill>
                <a:latin typeface="Arial MT"/>
                <a:cs typeface="Arial MT"/>
              </a:rPr>
              <a:t>logical</a:t>
            </a:r>
            <a:r>
              <a:rPr sz="2050" spc="-5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2050" dirty="0">
                <a:solidFill>
                  <a:srgbClr val="3F3F3F"/>
                </a:solidFill>
                <a:latin typeface="Arial MT"/>
                <a:cs typeface="Arial MT"/>
              </a:rPr>
              <a:t>context</a:t>
            </a:r>
            <a:r>
              <a:rPr sz="2050" spc="-2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2050" spc="-50" dirty="0">
                <a:solidFill>
                  <a:srgbClr val="2F2F2F"/>
                </a:solidFill>
                <a:latin typeface="Arial MT"/>
                <a:cs typeface="Arial MT"/>
              </a:rPr>
              <a:t>&amp; </a:t>
            </a:r>
            <a:r>
              <a:rPr sz="2050" spc="-10" dirty="0">
                <a:solidFill>
                  <a:srgbClr val="2A2A2A"/>
                </a:solidFill>
                <a:latin typeface="Arial MT"/>
                <a:cs typeface="Arial MT"/>
              </a:rPr>
              <a:t>semantics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437144" y="6000206"/>
            <a:ext cx="2929255" cy="64579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7145" marR="5080" indent="-5080">
              <a:lnSpc>
                <a:spcPts val="2410"/>
              </a:lnSpc>
              <a:spcBef>
                <a:spcPts val="229"/>
              </a:spcBef>
            </a:pPr>
            <a:r>
              <a:rPr sz="2050" spc="-35" dirty="0">
                <a:solidFill>
                  <a:srgbClr val="2D2D2D"/>
                </a:solidFill>
                <a:latin typeface="Arial MT"/>
                <a:cs typeface="Arial MT"/>
              </a:rPr>
              <a:t>Categorical</a:t>
            </a:r>
            <a:r>
              <a:rPr sz="2050" spc="-55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2050" dirty="0">
                <a:solidFill>
                  <a:srgbClr val="2F2F2F"/>
                </a:solidFill>
                <a:latin typeface="Arial MT"/>
                <a:cs typeface="Arial MT"/>
              </a:rPr>
              <a:t>predictions</a:t>
            </a:r>
            <a:r>
              <a:rPr sz="2050" spc="-25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2050" spc="-25" dirty="0">
                <a:solidFill>
                  <a:srgbClr val="283F4F"/>
                </a:solidFill>
                <a:latin typeface="Arial MT"/>
                <a:cs typeface="Arial MT"/>
              </a:rPr>
              <a:t>or </a:t>
            </a:r>
            <a:r>
              <a:rPr sz="2050" spc="-40" dirty="0">
                <a:solidFill>
                  <a:srgbClr val="232323"/>
                </a:solidFill>
                <a:latin typeface="Arial MT"/>
                <a:cs typeface="Arial MT"/>
              </a:rPr>
              <a:t>state</a:t>
            </a:r>
            <a:r>
              <a:rPr sz="2050" spc="-10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2050" spc="-20" dirty="0">
                <a:solidFill>
                  <a:srgbClr val="262626"/>
                </a:solidFill>
                <a:latin typeface="Arial MT"/>
                <a:cs typeface="Arial MT"/>
              </a:rPr>
              <a:t>data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429982" y="7115354"/>
            <a:ext cx="2658745" cy="63817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5400" marR="5080" indent="-13335">
              <a:lnSpc>
                <a:spcPts val="2350"/>
              </a:lnSpc>
              <a:spcBef>
                <a:spcPts val="280"/>
              </a:spcBef>
            </a:pPr>
            <a:r>
              <a:rPr sz="2050" spc="-60" dirty="0">
                <a:solidFill>
                  <a:srgbClr val="343434"/>
                </a:solidFill>
                <a:latin typeface="Arial MT"/>
                <a:cs typeface="Arial MT"/>
              </a:rPr>
              <a:t>Deep</a:t>
            </a:r>
            <a:r>
              <a:rPr sz="2050" spc="-8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2050" spc="-40" dirty="0">
                <a:solidFill>
                  <a:srgbClr val="282828"/>
                </a:solidFill>
                <a:latin typeface="Arial MT"/>
                <a:cs typeface="Arial MT"/>
              </a:rPr>
              <a:t>Learning</a:t>
            </a:r>
            <a:r>
              <a:rPr sz="2050" spc="-55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2050" spc="-240" dirty="0">
                <a:solidFill>
                  <a:srgbClr val="2F4657"/>
                </a:solidFill>
                <a:latin typeface="Arial MT"/>
                <a:cs typeface="Arial MT"/>
              </a:rPr>
              <a:t>&amp;</a:t>
            </a:r>
            <a:r>
              <a:rPr sz="2050" spc="-50" dirty="0">
                <a:solidFill>
                  <a:srgbClr val="2F4657"/>
                </a:solidFill>
                <a:latin typeface="Arial MT"/>
                <a:cs typeface="Arial MT"/>
              </a:rPr>
              <a:t> </a:t>
            </a:r>
            <a:r>
              <a:rPr sz="2050" spc="-55" dirty="0">
                <a:solidFill>
                  <a:srgbClr val="383838"/>
                </a:solidFill>
                <a:latin typeface="Arial MT"/>
                <a:cs typeface="Arial MT"/>
              </a:rPr>
              <a:t>Neural </a:t>
            </a:r>
            <a:r>
              <a:rPr sz="2050" spc="-10" dirty="0">
                <a:solidFill>
                  <a:srgbClr val="343434"/>
                </a:solidFill>
                <a:latin typeface="Arial MT"/>
                <a:cs typeface="Arial MT"/>
              </a:rPr>
              <a:t>Architectures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429219" y="8230504"/>
            <a:ext cx="2295525" cy="63817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6510" marR="5080" indent="-4445">
              <a:lnSpc>
                <a:spcPts val="2350"/>
              </a:lnSpc>
              <a:spcBef>
                <a:spcPts val="280"/>
              </a:spcBef>
            </a:pPr>
            <a:r>
              <a:rPr sz="2050" spc="-10" dirty="0">
                <a:solidFill>
                  <a:srgbClr val="363636"/>
                </a:solidFill>
                <a:latin typeface="Arial MT"/>
                <a:cs typeface="Arial MT"/>
              </a:rPr>
              <a:t>Higher</a:t>
            </a:r>
            <a:r>
              <a:rPr sz="2050" spc="-50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2050" spc="-20" dirty="0">
                <a:solidFill>
                  <a:srgbClr val="313131"/>
                </a:solidFill>
                <a:latin typeface="Arial MT"/>
                <a:cs typeface="Arial MT"/>
              </a:rPr>
              <a:t>(probabilistic </a:t>
            </a:r>
            <a:r>
              <a:rPr sz="2050" dirty="0">
                <a:solidFill>
                  <a:srgbClr val="2D2D2D"/>
                </a:solidFill>
                <a:latin typeface="Arial MT"/>
                <a:cs typeface="Arial MT"/>
              </a:rPr>
              <a:t>decision</a:t>
            </a:r>
            <a:r>
              <a:rPr sz="2050" spc="-130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2050" spc="-10" dirty="0">
                <a:solidFill>
                  <a:srgbClr val="262626"/>
                </a:solidFill>
                <a:latin typeface="Arial MT"/>
                <a:cs typeface="Arial MT"/>
              </a:rPr>
              <a:t>boundary)</a:t>
            </a:r>
            <a:endParaRPr sz="2050">
              <a:latin typeface="Arial MT"/>
              <a:cs typeface="Arial MT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6A65E79-C2D3-DD1D-C066-1E1106D18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8258" y="3852545"/>
            <a:ext cx="9747704" cy="86377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C365462-9B2C-F1E5-4A44-55EAA03A49B8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3052" y="160161"/>
            <a:ext cx="2589997" cy="2675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652FBA8-ED7D-CBA3-3FB7-AE9F81F8ED5E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17291050" y="160161"/>
            <a:ext cx="2176145" cy="267511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099050" y="922675"/>
            <a:ext cx="8578850" cy="8896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650" spc="-175" dirty="0"/>
              <a:t>Industry</a:t>
            </a:r>
            <a:r>
              <a:rPr sz="5650" spc="-130" dirty="0"/>
              <a:t> </a:t>
            </a:r>
            <a:r>
              <a:rPr sz="5650" spc="-165" dirty="0"/>
              <a:t>Application</a:t>
            </a:r>
            <a:r>
              <a:rPr sz="5650" spc="-375" dirty="0"/>
              <a:t> </a:t>
            </a:r>
            <a:r>
              <a:rPr sz="5650" spc="-265" dirty="0"/>
              <a:t>Mapping</a:t>
            </a:r>
            <a:endParaRPr sz="5650" dirty="0"/>
          </a:p>
        </p:txBody>
      </p:sp>
      <p:sp>
        <p:nvSpPr>
          <p:cNvPr id="11" name="object 11"/>
          <p:cNvSpPr txBox="1"/>
          <p:nvPr/>
        </p:nvSpPr>
        <p:spPr>
          <a:xfrm>
            <a:off x="17913740" y="1367493"/>
            <a:ext cx="914400" cy="320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00" dirty="0">
                <a:solidFill>
                  <a:srgbClr val="3D9793"/>
                </a:solidFill>
                <a:latin typeface="Arial MT"/>
                <a:cs typeface="Arial MT"/>
              </a:rPr>
              <a:t>0</a:t>
            </a:r>
            <a:r>
              <a:rPr sz="1900" spc="-260" dirty="0">
                <a:solidFill>
                  <a:srgbClr val="3D9793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A857E"/>
                </a:solidFill>
                <a:latin typeface="Arial MT"/>
                <a:cs typeface="Arial MT"/>
              </a:rPr>
              <a:t>4</a:t>
            </a:r>
            <a:r>
              <a:rPr sz="1900" spc="380" dirty="0">
                <a:solidFill>
                  <a:srgbClr val="2A857E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1C8780"/>
                </a:solidFill>
                <a:latin typeface="Arial MT"/>
                <a:cs typeface="Arial MT"/>
              </a:rPr>
              <a:t>/</a:t>
            </a:r>
            <a:r>
              <a:rPr sz="1900" spc="325" dirty="0">
                <a:solidFill>
                  <a:srgbClr val="1C8780"/>
                </a:solidFill>
                <a:latin typeface="Arial MT"/>
                <a:cs typeface="Arial MT"/>
              </a:rPr>
              <a:t> </a:t>
            </a:r>
            <a:r>
              <a:rPr sz="1900" spc="55" dirty="0">
                <a:solidFill>
                  <a:srgbClr val="248579"/>
                </a:solidFill>
                <a:latin typeface="Arial MT"/>
                <a:cs typeface="Arial MT"/>
              </a:rPr>
              <a:t>05</a:t>
            </a:r>
            <a:endParaRPr sz="1900">
              <a:latin typeface="Arial MT"/>
              <a:cs typeface="Arial MT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1293A93-69DC-AB4F-E9CA-8488C1FE5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50" y="1997075"/>
            <a:ext cx="19264406" cy="81534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F326A57-8C9F-BF0F-D84F-BA998CB409D9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3052" y="160161"/>
            <a:ext cx="2589997" cy="2675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6A05853-BEFF-7FDF-DD05-E17AFC35A940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17291050" y="160161"/>
            <a:ext cx="2176145" cy="267511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826604" y="4436771"/>
            <a:ext cx="4028440" cy="594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700" spc="-16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3700" spc="-2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700" spc="-10" dirty="0">
                <a:solidFill>
                  <a:srgbClr val="FFFFFF"/>
                </a:solidFill>
                <a:latin typeface="Arial MT"/>
                <a:cs typeface="Arial MT"/>
              </a:rPr>
              <a:t>Synergy</a:t>
            </a:r>
            <a:r>
              <a:rPr sz="3700" spc="-2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700" spc="-10" dirty="0">
                <a:solidFill>
                  <a:srgbClr val="FFFFFF"/>
                </a:solidFill>
                <a:latin typeface="Arial MT"/>
                <a:cs typeface="Arial MT"/>
              </a:rPr>
              <a:t>Matrix</a:t>
            </a:r>
            <a:endParaRPr sz="37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842571" y="5434389"/>
            <a:ext cx="5631180" cy="887730"/>
          </a:xfrm>
          <a:prstGeom prst="rect">
            <a:avLst/>
          </a:prstGeom>
          <a:solidFill>
            <a:srgbClr val="0F162A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30"/>
              </a:lnSpc>
            </a:pPr>
            <a:r>
              <a:rPr sz="1650" spc="-35" dirty="0">
                <a:solidFill>
                  <a:srgbClr val="A5A5A5"/>
                </a:solidFill>
                <a:latin typeface="Arial MT"/>
                <a:cs typeface="Arial MT"/>
              </a:rPr>
              <a:t>IMAGE</a:t>
            </a:r>
            <a:r>
              <a:rPr sz="1650" spc="-45" dirty="0">
                <a:solidFill>
                  <a:srgbClr val="A5A5A5"/>
                </a:solidFill>
                <a:latin typeface="Arial MT"/>
                <a:cs typeface="Arial MT"/>
              </a:rPr>
              <a:t> </a:t>
            </a:r>
            <a:r>
              <a:rPr sz="1650" spc="-10" dirty="0">
                <a:solidFill>
                  <a:srgbClr val="A3A3A3"/>
                </a:solidFill>
                <a:latin typeface="Arial MT"/>
                <a:cs typeface="Arial MT"/>
              </a:rPr>
              <a:t>PROCESSING</a:t>
            </a:r>
            <a:endParaRPr sz="1650">
              <a:latin typeface="Arial MT"/>
              <a:cs typeface="Arial MT"/>
            </a:endParaRPr>
          </a:p>
          <a:p>
            <a:pPr>
              <a:lnSpc>
                <a:spcPts val="2390"/>
              </a:lnSpc>
              <a:spcBef>
                <a:spcPts val="215"/>
              </a:spcBef>
            </a:pPr>
            <a:r>
              <a:rPr sz="2050" dirty="0">
                <a:solidFill>
                  <a:srgbClr val="FFFFFF"/>
                </a:solidFill>
                <a:latin typeface="Arial MT"/>
                <a:cs typeface="Arial MT"/>
              </a:rPr>
              <a:t>Improves,</a:t>
            </a:r>
            <a:r>
              <a:rPr sz="2050" spc="3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50" dirty="0">
                <a:solidFill>
                  <a:srgbClr val="FFFFFF"/>
                </a:solidFill>
                <a:latin typeface="Arial MT"/>
                <a:cs typeface="Arial MT"/>
              </a:rPr>
              <a:t>stabilizes,</a:t>
            </a:r>
            <a:r>
              <a:rPr sz="2050" spc="3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50" dirty="0">
                <a:solidFill>
                  <a:srgbClr val="F6F6F6"/>
                </a:solidFill>
                <a:latin typeface="Arial MT"/>
                <a:cs typeface="Arial MT"/>
              </a:rPr>
              <a:t>and</a:t>
            </a:r>
            <a:r>
              <a:rPr sz="2050" spc="114" dirty="0">
                <a:solidFill>
                  <a:srgbClr val="F6F6F6"/>
                </a:solidFill>
                <a:latin typeface="Arial MT"/>
                <a:cs typeface="Arial MT"/>
              </a:rPr>
              <a:t> </a:t>
            </a:r>
            <a:r>
              <a:rPr sz="2050" dirty="0">
                <a:solidFill>
                  <a:srgbClr val="FFFFFF"/>
                </a:solidFill>
                <a:latin typeface="Arial MT"/>
                <a:cs typeface="Arial MT"/>
              </a:rPr>
              <a:t>recovers</a:t>
            </a:r>
            <a:r>
              <a:rPr sz="2050" spc="1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50" dirty="0">
                <a:solidFill>
                  <a:srgbClr val="F4F4F4"/>
                </a:solidFill>
                <a:latin typeface="Arial MT"/>
                <a:cs typeface="Arial MT"/>
              </a:rPr>
              <a:t>raw</a:t>
            </a:r>
            <a:r>
              <a:rPr sz="2050" spc="180" dirty="0">
                <a:solidFill>
                  <a:srgbClr val="F4F4F4"/>
                </a:solidFill>
                <a:latin typeface="Arial MT"/>
                <a:cs typeface="Arial MT"/>
              </a:rPr>
              <a:t> </a:t>
            </a:r>
            <a:r>
              <a:rPr sz="2050" spc="-10" dirty="0">
                <a:solidFill>
                  <a:srgbClr val="FFFFFF"/>
                </a:solidFill>
                <a:latin typeface="Arial MT"/>
                <a:cs typeface="Arial MT"/>
              </a:rPr>
              <a:t>physical</a:t>
            </a:r>
            <a:endParaRPr sz="2050">
              <a:latin typeface="Arial MT"/>
              <a:cs typeface="Arial MT"/>
            </a:endParaRPr>
          </a:p>
          <a:p>
            <a:pPr>
              <a:lnSpc>
                <a:spcPts val="2570"/>
              </a:lnSpc>
            </a:pPr>
            <a:r>
              <a:rPr sz="2200" spc="-200" dirty="0">
                <a:solidFill>
                  <a:srgbClr val="FFFFFF"/>
                </a:solidFill>
                <a:latin typeface="Consolas"/>
                <a:cs typeface="Consolas"/>
              </a:rPr>
              <a:t>signasinto</a:t>
            </a:r>
            <a:r>
              <a:rPr sz="2200" spc="-23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2200" spc="-70" dirty="0">
                <a:solidFill>
                  <a:srgbClr val="FFFFFF"/>
                </a:solidFill>
                <a:latin typeface="Consolas"/>
                <a:cs typeface="Consolas"/>
              </a:rPr>
              <a:t>a</a:t>
            </a:r>
            <a:r>
              <a:rPr sz="2200" spc="-68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2200" spc="-225" dirty="0">
                <a:solidFill>
                  <a:srgbClr val="F2F2F2"/>
                </a:solidFill>
                <a:latin typeface="Consolas"/>
                <a:cs typeface="Consolas"/>
              </a:rPr>
              <a:t>standard</a:t>
            </a:r>
            <a:r>
              <a:rPr sz="2200" spc="-240" dirty="0">
                <a:solidFill>
                  <a:srgbClr val="F2F2F2"/>
                </a:solidFill>
                <a:latin typeface="Consolas"/>
                <a:cs typeface="Consolas"/>
              </a:rPr>
              <a:t> </a:t>
            </a:r>
            <a:r>
              <a:rPr sz="2200" spc="-10" dirty="0">
                <a:solidFill>
                  <a:srgbClr val="EFEFEF"/>
                </a:solidFill>
                <a:latin typeface="Consolas"/>
                <a:cs typeface="Consolas"/>
              </a:rPr>
              <a:t>matnxformat</a:t>
            </a:r>
            <a:endParaRPr sz="2200">
              <a:latin typeface="Consolas"/>
              <a:cs typeface="Consola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26864" y="6895078"/>
            <a:ext cx="6196330" cy="887730"/>
          </a:xfrm>
          <a:custGeom>
            <a:avLst/>
            <a:gdLst/>
            <a:ahLst/>
            <a:cxnLst/>
            <a:rect l="l" t="t" r="r" b="b"/>
            <a:pathLst>
              <a:path w="6196330" h="887729">
                <a:moveTo>
                  <a:pt x="6196146" y="887407"/>
                </a:moveTo>
                <a:lnTo>
                  <a:pt x="0" y="887407"/>
                </a:lnTo>
                <a:lnTo>
                  <a:pt x="0" y="0"/>
                </a:lnTo>
                <a:lnTo>
                  <a:pt x="6196146" y="0"/>
                </a:lnTo>
                <a:lnTo>
                  <a:pt x="6196146" y="887407"/>
                </a:lnTo>
                <a:close/>
              </a:path>
            </a:pathLst>
          </a:custGeom>
          <a:solidFill>
            <a:srgbClr val="1116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824978" y="6818244"/>
            <a:ext cx="6196330" cy="954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100"/>
              </a:spcBef>
            </a:pPr>
            <a:r>
              <a:rPr sz="1800" spc="-145" dirty="0">
                <a:solidFill>
                  <a:srgbClr val="A7A7A7"/>
                </a:solidFill>
                <a:latin typeface="Arial MT"/>
                <a:cs typeface="Arial MT"/>
              </a:rPr>
              <a:t>COMPUTER</a:t>
            </a:r>
            <a:r>
              <a:rPr sz="1800" spc="35" dirty="0">
                <a:solidFill>
                  <a:srgbClr val="A7A7A7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D5467"/>
                </a:solidFill>
                <a:latin typeface="Arial MT"/>
                <a:cs typeface="Arial MT"/>
              </a:rPr>
              <a:t>VISION</a:t>
            </a:r>
            <a:endParaRPr sz="1800" dirty="0">
              <a:latin typeface="Arial MT"/>
              <a:cs typeface="Arial MT"/>
            </a:endParaRPr>
          </a:p>
          <a:p>
            <a:pPr marL="12700" marR="5080" indent="7620">
              <a:lnSpc>
                <a:spcPts val="2470"/>
              </a:lnSpc>
              <a:spcBef>
                <a:spcPts val="265"/>
              </a:spcBef>
            </a:pPr>
            <a:r>
              <a:rPr sz="2200" spc="-85" dirty="0">
                <a:solidFill>
                  <a:srgbClr val="FFFFFF"/>
                </a:solidFill>
                <a:latin typeface="Arial MT"/>
                <a:cs typeface="Arial MT"/>
              </a:rPr>
              <a:t>Synthesizes</a:t>
            </a:r>
            <a:r>
              <a:rPr sz="22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0" dirty="0">
                <a:solidFill>
                  <a:srgbClr val="FFFFFF"/>
                </a:solidFill>
                <a:latin typeface="Arial MT"/>
                <a:cs typeface="Arial MT"/>
              </a:rPr>
              <a:t>arrays</a:t>
            </a:r>
            <a:r>
              <a:rPr sz="2200"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EDEDED"/>
                </a:solidFill>
                <a:latin typeface="Arial MT"/>
                <a:cs typeface="Arial MT"/>
              </a:rPr>
              <a:t>into</a:t>
            </a:r>
            <a:r>
              <a:rPr sz="2200" spc="-35" dirty="0">
                <a:solidFill>
                  <a:srgbClr val="EDEDED"/>
                </a:solidFill>
                <a:latin typeface="Arial MT"/>
                <a:cs typeface="Arial MT"/>
              </a:rPr>
              <a:t> </a:t>
            </a:r>
            <a:r>
              <a:rPr sz="2200" spc="-50" dirty="0">
                <a:solidFill>
                  <a:srgbClr val="FFFFFF"/>
                </a:solidFill>
                <a:latin typeface="Arial MT"/>
                <a:cs typeface="Arial MT"/>
              </a:rPr>
              <a:t>spatial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80" dirty="0">
                <a:solidFill>
                  <a:srgbClr val="FFFFFF"/>
                </a:solidFill>
                <a:latin typeface="Arial MT"/>
                <a:cs typeface="Arial MT"/>
              </a:rPr>
              <a:t>semantic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0" dirty="0">
                <a:solidFill>
                  <a:srgbClr val="EFEFEF"/>
                </a:solidFill>
                <a:latin typeface="Arial MT"/>
                <a:cs typeface="Arial MT"/>
              </a:rPr>
              <a:t>intelligence, </a:t>
            </a:r>
            <a:r>
              <a:rPr sz="2200" spc="-20" dirty="0">
                <a:solidFill>
                  <a:srgbClr val="F0F0F0"/>
                </a:solidFill>
                <a:latin typeface="Arial MT"/>
                <a:cs typeface="Arial MT"/>
              </a:rPr>
              <a:t>triggering</a:t>
            </a:r>
            <a:r>
              <a:rPr sz="2200" spc="25" dirty="0">
                <a:solidFill>
                  <a:srgbClr val="F0F0F0"/>
                </a:solidFill>
                <a:latin typeface="Arial MT"/>
                <a:cs typeface="Arial MT"/>
              </a:rPr>
              <a:t> </a:t>
            </a:r>
            <a:r>
              <a:rPr sz="2200" spc="-60" dirty="0">
                <a:solidFill>
                  <a:srgbClr val="FFFFFF"/>
                </a:solidFill>
                <a:latin typeface="Arial MT"/>
                <a:cs typeface="Arial MT"/>
              </a:rPr>
              <a:t>downstream</a:t>
            </a:r>
            <a:r>
              <a:rPr sz="2200" spc="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65" dirty="0">
                <a:solidFill>
                  <a:srgbClr val="FFFFFF"/>
                </a:solidFill>
                <a:latin typeface="Arial MT"/>
                <a:cs typeface="Arial MT"/>
              </a:rPr>
              <a:t>system</a:t>
            </a:r>
            <a:r>
              <a:rPr sz="22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 MT"/>
                <a:cs typeface="Arial MT"/>
              </a:rPr>
              <a:t>actions.</a:t>
            </a:r>
            <a:endParaRPr sz="2200" dirty="0">
              <a:latin typeface="Arial MT"/>
              <a:cs typeface="Arial MT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7269844" y="1179329"/>
            <a:ext cx="8578850" cy="88963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140"/>
              </a:spcBef>
            </a:pPr>
            <a:r>
              <a:rPr sz="5500" spc="-215" dirty="0">
                <a:solidFill>
                  <a:srgbClr val="151515"/>
                </a:solidFill>
              </a:rPr>
              <a:t>Conclusion</a:t>
            </a:r>
            <a:r>
              <a:rPr sz="5500" spc="-120" dirty="0">
                <a:solidFill>
                  <a:srgbClr val="151515"/>
                </a:solidFill>
              </a:rPr>
              <a:t> </a:t>
            </a:r>
            <a:endParaRPr sz="5500" dirty="0"/>
          </a:p>
        </p:txBody>
      </p:sp>
      <p:sp>
        <p:nvSpPr>
          <p:cNvPr id="8" name="object 8"/>
          <p:cNvSpPr txBox="1"/>
          <p:nvPr/>
        </p:nvSpPr>
        <p:spPr>
          <a:xfrm>
            <a:off x="1228730" y="3410625"/>
            <a:ext cx="9118600" cy="536608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2860">
              <a:lnSpc>
                <a:spcPct val="100000"/>
              </a:lnSpc>
              <a:spcBef>
                <a:spcPts val="120"/>
              </a:spcBef>
            </a:pPr>
            <a:r>
              <a:rPr sz="3200" spc="-150" dirty="0">
                <a:solidFill>
                  <a:srgbClr val="131313"/>
                </a:solidFill>
                <a:latin typeface="Arial MT"/>
                <a:cs typeface="Arial MT"/>
              </a:rPr>
              <a:t>Core</a:t>
            </a:r>
            <a:r>
              <a:rPr sz="3200" spc="-39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3200" spc="-185" dirty="0">
                <a:solidFill>
                  <a:srgbClr val="131313"/>
                </a:solidFill>
                <a:latin typeface="Arial MT"/>
                <a:cs typeface="Arial MT"/>
              </a:rPr>
              <a:t>Framework</a:t>
            </a:r>
            <a:r>
              <a:rPr sz="3200" spc="-2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0C0C0C"/>
                </a:solidFill>
                <a:latin typeface="Arial MT"/>
                <a:cs typeface="Arial MT"/>
              </a:rPr>
              <a:t>Integration</a:t>
            </a:r>
            <a:endParaRPr sz="3200" dirty="0">
              <a:latin typeface="Arial MT"/>
              <a:cs typeface="Arial MT"/>
            </a:endParaRPr>
          </a:p>
          <a:p>
            <a:pPr marL="24765" marR="138430" indent="5080">
              <a:lnSpc>
                <a:spcPct val="119500"/>
              </a:lnSpc>
              <a:spcBef>
                <a:spcPts val="1405"/>
              </a:spcBef>
            </a:pPr>
            <a:r>
              <a:rPr sz="2200" spc="-45" dirty="0">
                <a:solidFill>
                  <a:srgbClr val="3A3A3A"/>
                </a:solidFill>
                <a:latin typeface="Arial MT"/>
                <a:cs typeface="Arial MT"/>
              </a:rPr>
              <a:t>Modern</a:t>
            </a:r>
            <a:r>
              <a:rPr sz="2200" spc="-100" dirty="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sz="2200" spc="-50" dirty="0">
                <a:solidFill>
                  <a:srgbClr val="464646"/>
                </a:solidFill>
                <a:latin typeface="Arial MT"/>
                <a:cs typeface="Arial MT"/>
              </a:rPr>
              <a:t>commercial</a:t>
            </a:r>
            <a:r>
              <a:rPr sz="2200" spc="8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200" spc="-95" dirty="0">
                <a:solidFill>
                  <a:srgbClr val="464646"/>
                </a:solidFill>
                <a:latin typeface="Arial MT"/>
                <a:cs typeface="Arial MT"/>
              </a:rPr>
              <a:t>AI</a:t>
            </a:r>
            <a:r>
              <a:rPr sz="2200" spc="-6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200" spc="-80" dirty="0">
                <a:solidFill>
                  <a:srgbClr val="424242"/>
                </a:solidFill>
                <a:latin typeface="Arial MT"/>
                <a:cs typeface="Arial MT"/>
              </a:rPr>
              <a:t>systems</a:t>
            </a:r>
            <a:r>
              <a:rPr sz="2200" spc="45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505050"/>
                </a:solidFill>
                <a:latin typeface="Arial MT"/>
                <a:cs typeface="Arial MT"/>
              </a:rPr>
              <a:t>do</a:t>
            </a:r>
            <a:r>
              <a:rPr sz="2200" spc="-85" dirty="0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B4B4B"/>
                </a:solidFill>
                <a:latin typeface="Arial MT"/>
                <a:cs typeface="Arial MT"/>
              </a:rPr>
              <a:t>not</a:t>
            </a:r>
            <a:r>
              <a:rPr sz="2200" spc="-125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200" spc="-40" dirty="0">
                <a:solidFill>
                  <a:srgbClr val="3D3D3D"/>
                </a:solidFill>
                <a:latin typeface="Arial MT"/>
                <a:cs typeface="Arial MT"/>
              </a:rPr>
              <a:t>isolate</a:t>
            </a:r>
            <a:r>
              <a:rPr sz="2200" spc="-65" dirty="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sz="2200" spc="-85" dirty="0">
                <a:solidFill>
                  <a:srgbClr val="484848"/>
                </a:solidFill>
                <a:latin typeface="Arial MT"/>
                <a:cs typeface="Arial MT"/>
              </a:rPr>
              <a:t>these</a:t>
            </a:r>
            <a:r>
              <a:rPr sz="2200" spc="-65" dirty="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24242"/>
                </a:solidFill>
                <a:latin typeface="Arial MT"/>
                <a:cs typeface="Arial MT"/>
              </a:rPr>
              <a:t>tools.</a:t>
            </a:r>
            <a:r>
              <a:rPr sz="2200" spc="-40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2200" spc="-100" dirty="0">
                <a:solidFill>
                  <a:srgbClr val="444444"/>
                </a:solidFill>
                <a:latin typeface="Arial MT"/>
                <a:cs typeface="Arial MT"/>
              </a:rPr>
              <a:t>Robust</a:t>
            </a:r>
            <a:r>
              <a:rPr sz="2200" spc="-5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494949"/>
                </a:solidFill>
                <a:latin typeface="Arial MT"/>
                <a:cs typeface="Arial MT"/>
              </a:rPr>
              <a:t>platforms </a:t>
            </a:r>
            <a:r>
              <a:rPr sz="2200" spc="-35" dirty="0">
                <a:solidFill>
                  <a:srgbClr val="424242"/>
                </a:solidFill>
                <a:latin typeface="Arial MT"/>
                <a:cs typeface="Arial MT"/>
              </a:rPr>
              <a:t>require</a:t>
            </a:r>
            <a:r>
              <a:rPr sz="2200" spc="-5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2200" spc="-55" dirty="0">
                <a:solidFill>
                  <a:srgbClr val="3F3F3F"/>
                </a:solidFill>
                <a:latin typeface="Arial MT"/>
                <a:cs typeface="Arial MT"/>
              </a:rPr>
              <a:t>continuous</a:t>
            </a:r>
            <a:r>
              <a:rPr sz="2200" spc="3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2200" spc="-60" dirty="0">
                <a:solidFill>
                  <a:srgbClr val="3F3F3F"/>
                </a:solidFill>
                <a:latin typeface="Arial MT"/>
                <a:cs typeface="Arial MT"/>
              </a:rPr>
              <a:t>visual</a:t>
            </a:r>
            <a:r>
              <a:rPr sz="2200" spc="-7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2200" spc="-45" dirty="0">
                <a:solidFill>
                  <a:srgbClr val="414141"/>
                </a:solidFill>
                <a:latin typeface="Arial MT"/>
                <a:cs typeface="Arial MT"/>
              </a:rPr>
              <a:t>processing</a:t>
            </a:r>
            <a:r>
              <a:rPr sz="2200" spc="55" dirty="0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3F3F3F"/>
                </a:solidFill>
                <a:latin typeface="Arial MT"/>
                <a:cs typeface="Arial MT"/>
              </a:rPr>
              <a:t>loops</a:t>
            </a:r>
            <a:r>
              <a:rPr sz="2200" spc="-8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3F3F3F"/>
                </a:solidFill>
                <a:latin typeface="Arial MT"/>
                <a:cs typeface="Arial MT"/>
              </a:rPr>
              <a:t>to</a:t>
            </a:r>
            <a:r>
              <a:rPr sz="2200" spc="-8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2200" spc="-70" dirty="0">
                <a:solidFill>
                  <a:srgbClr val="3F3F3F"/>
                </a:solidFill>
                <a:latin typeface="Arial MT"/>
                <a:cs typeface="Arial MT"/>
              </a:rPr>
              <a:t>handle</a:t>
            </a:r>
            <a:r>
              <a:rPr sz="2200" spc="-5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3D3D3D"/>
                </a:solidFill>
                <a:latin typeface="Arial MT"/>
                <a:cs typeface="Arial MT"/>
              </a:rPr>
              <a:t>unpredictability</a:t>
            </a:r>
            <a:r>
              <a:rPr sz="2200" spc="-95" dirty="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505050"/>
                </a:solidFill>
                <a:latin typeface="Arial MT"/>
                <a:cs typeface="Arial MT"/>
              </a:rPr>
              <a:t>in </a:t>
            </a:r>
            <a:r>
              <a:rPr sz="2200" spc="-30" dirty="0">
                <a:solidFill>
                  <a:srgbClr val="464646"/>
                </a:solidFill>
                <a:latin typeface="Arial MT"/>
                <a:cs typeface="Arial MT"/>
              </a:rPr>
              <a:t>physical</a:t>
            </a:r>
            <a:r>
              <a:rPr sz="2200" spc="-7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D4D4D"/>
                </a:solidFill>
                <a:latin typeface="Arial MT"/>
                <a:cs typeface="Arial MT"/>
              </a:rPr>
              <a:t>light</a:t>
            </a:r>
            <a:r>
              <a:rPr sz="2200" spc="-90" dirty="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3D3D3D"/>
                </a:solidFill>
                <a:latin typeface="Arial MT"/>
                <a:cs typeface="Arial MT"/>
              </a:rPr>
              <a:t>environments.</a:t>
            </a:r>
            <a:endParaRPr sz="2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2200" dirty="0">
              <a:latin typeface="Arial MT"/>
              <a:cs typeface="Arial MT"/>
            </a:endParaRPr>
          </a:p>
          <a:p>
            <a:pPr marL="471805" marR="821055" indent="-459740">
              <a:lnSpc>
                <a:spcPts val="2350"/>
              </a:lnSpc>
            </a:pPr>
            <a:r>
              <a:rPr sz="2200" dirty="0">
                <a:solidFill>
                  <a:srgbClr val="5046DB"/>
                </a:solidFill>
                <a:latin typeface="Arial MT"/>
                <a:cs typeface="Arial MT"/>
              </a:rPr>
              <a:t>@</a:t>
            </a:r>
            <a:r>
              <a:rPr sz="2200" spc="75" dirty="0">
                <a:solidFill>
                  <a:srgbClr val="5046DB"/>
                </a:solidFill>
                <a:latin typeface="Arial MT"/>
                <a:cs typeface="Arial MT"/>
              </a:rPr>
              <a:t>  </a:t>
            </a:r>
            <a:r>
              <a:rPr sz="2200" spc="-90" dirty="0">
                <a:solidFill>
                  <a:srgbClr val="383838"/>
                </a:solidFill>
                <a:latin typeface="Arial MT"/>
                <a:cs typeface="Arial MT"/>
              </a:rPr>
              <a:t>Visual</a:t>
            </a:r>
            <a:r>
              <a:rPr sz="2200" spc="15" dirty="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sz="2200" spc="-100" dirty="0">
                <a:solidFill>
                  <a:srgbClr val="363636"/>
                </a:solidFill>
                <a:latin typeface="Arial MT"/>
                <a:cs typeface="Arial MT"/>
              </a:rPr>
              <a:t>Alignment:</a:t>
            </a:r>
            <a:r>
              <a:rPr sz="2200" spc="-2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2200" spc="-195" dirty="0">
                <a:solidFill>
                  <a:srgbClr val="3A3A3A"/>
                </a:solidFill>
                <a:latin typeface="Arial MT"/>
                <a:cs typeface="Arial MT"/>
              </a:rPr>
              <a:t>Image</a:t>
            </a:r>
            <a:r>
              <a:rPr sz="2200" dirty="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sz="2200" spc="-110" dirty="0">
                <a:solidFill>
                  <a:srgbClr val="2D2D2D"/>
                </a:solidFill>
                <a:latin typeface="Arial MT"/>
                <a:cs typeface="Arial MT"/>
              </a:rPr>
              <a:t>Processing</a:t>
            </a:r>
            <a:r>
              <a:rPr sz="2200" spc="45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2200" spc="-45" dirty="0">
                <a:solidFill>
                  <a:srgbClr val="363636"/>
                </a:solidFill>
                <a:latin typeface="Arial MT"/>
                <a:cs typeface="Arial MT"/>
              </a:rPr>
              <a:t>corrects</a:t>
            </a:r>
            <a:r>
              <a:rPr sz="2200" spc="-1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2200" spc="-100" dirty="0">
                <a:solidFill>
                  <a:srgbClr val="3A3A3A"/>
                </a:solidFill>
                <a:latin typeface="Arial MT"/>
                <a:cs typeface="Arial MT"/>
              </a:rPr>
              <a:t>the</a:t>
            </a:r>
            <a:r>
              <a:rPr sz="2200" spc="-40" dirty="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sz="2200" spc="-105" dirty="0">
                <a:solidFill>
                  <a:srgbClr val="2D2D2D"/>
                </a:solidFill>
                <a:latin typeface="Arial MT"/>
                <a:cs typeface="Arial MT"/>
              </a:rPr>
              <a:t>lens</a:t>
            </a:r>
            <a:r>
              <a:rPr sz="2200" spc="-65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2200" spc="-70" dirty="0">
                <a:solidFill>
                  <a:srgbClr val="9EA8BF"/>
                </a:solidFill>
                <a:latin typeface="Arial MT"/>
                <a:cs typeface="Arial MT"/>
              </a:rPr>
              <a:t>errors </a:t>
            </a:r>
            <a:r>
              <a:rPr sz="2200" spc="-180" dirty="0">
                <a:solidFill>
                  <a:srgbClr val="383838"/>
                </a:solidFill>
                <a:latin typeface="Arial MT"/>
                <a:cs typeface="Arial MT"/>
              </a:rPr>
              <a:t>and</a:t>
            </a:r>
            <a:r>
              <a:rPr sz="2200" spc="-80" dirty="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F2F2F"/>
                </a:solidFill>
                <a:latin typeface="Arial MT"/>
                <a:cs typeface="Arial MT"/>
              </a:rPr>
              <a:t>light </a:t>
            </a:r>
            <a:r>
              <a:rPr sz="2200" spc="-110" dirty="0">
                <a:solidFill>
                  <a:srgbClr val="2F2F2F"/>
                </a:solidFill>
                <a:latin typeface="Arial MT"/>
                <a:cs typeface="Arial MT"/>
              </a:rPr>
              <a:t>variability,</a:t>
            </a:r>
            <a:r>
              <a:rPr sz="2200" spc="35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2200" spc="-90" dirty="0">
                <a:solidFill>
                  <a:srgbClr val="262626"/>
                </a:solidFill>
                <a:latin typeface="Arial MT"/>
                <a:cs typeface="Arial MT"/>
              </a:rPr>
              <a:t>creating</a:t>
            </a:r>
            <a:r>
              <a:rPr sz="2200" spc="1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2200" spc="-245" dirty="0">
                <a:solidFill>
                  <a:srgbClr val="383838"/>
                </a:solidFill>
                <a:latin typeface="Arial MT"/>
                <a:cs typeface="Arial MT"/>
              </a:rPr>
              <a:t>a</a:t>
            </a:r>
            <a:r>
              <a:rPr sz="2200" spc="-105" dirty="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sz="2200" spc="-130" dirty="0">
                <a:solidFill>
                  <a:srgbClr val="1F1F1F"/>
                </a:solidFill>
                <a:latin typeface="Arial MT"/>
                <a:cs typeface="Arial MT"/>
              </a:rPr>
              <a:t>standardized</a:t>
            </a:r>
            <a:r>
              <a:rPr sz="2200" spc="7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200" spc="-90" dirty="0">
                <a:solidFill>
                  <a:srgbClr val="262626"/>
                </a:solidFill>
                <a:latin typeface="Arial MT"/>
                <a:cs typeface="Arial MT"/>
              </a:rPr>
              <a:t>inputs</a:t>
            </a:r>
            <a:r>
              <a:rPr sz="2200" spc="-5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62626"/>
                </a:solidFill>
                <a:latin typeface="Arial MT"/>
                <a:cs typeface="Arial MT"/>
              </a:rPr>
              <a:t>package.</a:t>
            </a:r>
            <a:endParaRPr sz="2200" dirty="0">
              <a:latin typeface="Arial MT"/>
              <a:cs typeface="Arial MT"/>
            </a:endParaRPr>
          </a:p>
          <a:p>
            <a:pPr marL="464820" marR="817880" indent="-452755">
              <a:lnSpc>
                <a:spcPts val="2350"/>
              </a:lnSpc>
              <a:spcBef>
                <a:spcPts val="1730"/>
              </a:spcBef>
            </a:pPr>
            <a:r>
              <a:rPr sz="2200" dirty="0">
                <a:solidFill>
                  <a:srgbClr val="1C898C"/>
                </a:solidFill>
                <a:latin typeface="Arial MT"/>
                <a:cs typeface="Arial MT"/>
              </a:rPr>
              <a:t>@</a:t>
            </a:r>
            <a:r>
              <a:rPr sz="2200" spc="55" dirty="0">
                <a:solidFill>
                  <a:srgbClr val="1C898C"/>
                </a:solidFill>
                <a:latin typeface="Arial MT"/>
                <a:cs typeface="Arial MT"/>
              </a:rPr>
              <a:t>  </a:t>
            </a:r>
            <a:r>
              <a:rPr sz="2200" spc="-100" dirty="0">
                <a:solidFill>
                  <a:srgbClr val="363636"/>
                </a:solidFill>
                <a:latin typeface="Arial MT"/>
                <a:cs typeface="Arial MT"/>
              </a:rPr>
              <a:t>Actionable</a:t>
            </a:r>
            <a:r>
              <a:rPr sz="2200" spc="-5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2200" spc="-55" dirty="0">
                <a:solidFill>
                  <a:srgbClr val="343434"/>
                </a:solidFill>
                <a:latin typeface="Arial MT"/>
                <a:cs typeface="Arial MT"/>
              </a:rPr>
              <a:t>Intel:</a:t>
            </a:r>
            <a:r>
              <a:rPr sz="2200" spc="-2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2200" spc="-125" dirty="0">
                <a:solidFill>
                  <a:srgbClr val="2D2D2D"/>
                </a:solidFill>
                <a:latin typeface="Arial MT"/>
                <a:cs typeface="Arial MT"/>
              </a:rPr>
              <a:t>Computer</a:t>
            </a:r>
            <a:r>
              <a:rPr sz="2200" spc="180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2200" spc="-130" dirty="0">
                <a:solidFill>
                  <a:srgbClr val="343434"/>
                </a:solidFill>
                <a:latin typeface="Arial MT"/>
                <a:cs typeface="Arial MT"/>
              </a:rPr>
              <a:t>Vision</a:t>
            </a:r>
            <a:r>
              <a:rPr sz="2200" spc="-5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2200" spc="-120" dirty="0">
                <a:solidFill>
                  <a:srgbClr val="313131"/>
                </a:solidFill>
                <a:latin typeface="Arial MT"/>
                <a:cs typeface="Arial MT"/>
              </a:rPr>
              <a:t>operates</a:t>
            </a:r>
            <a:r>
              <a:rPr sz="2200" spc="-3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200" spc="-140" dirty="0">
                <a:solidFill>
                  <a:srgbClr val="313131"/>
                </a:solidFill>
                <a:latin typeface="Arial MT"/>
                <a:cs typeface="Arial MT"/>
              </a:rPr>
              <a:t>downstream,</a:t>
            </a:r>
            <a:r>
              <a:rPr sz="2200" spc="4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200" spc="-65" dirty="0">
                <a:solidFill>
                  <a:srgbClr val="282828"/>
                </a:solidFill>
                <a:latin typeface="Arial MT"/>
                <a:cs typeface="Arial MT"/>
              </a:rPr>
              <a:t>transforming </a:t>
            </a:r>
            <a:r>
              <a:rPr sz="2200" spc="-100" dirty="0">
                <a:solidFill>
                  <a:srgbClr val="313131"/>
                </a:solidFill>
                <a:latin typeface="Arial MT"/>
                <a:cs typeface="Arial MT"/>
              </a:rPr>
              <a:t>preprocessed</a:t>
            </a:r>
            <a:r>
              <a:rPr sz="2200" spc="4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200" spc="-90" dirty="0">
                <a:solidFill>
                  <a:srgbClr val="2F2F2F"/>
                </a:solidFill>
                <a:latin typeface="Arial MT"/>
                <a:cs typeface="Arial MT"/>
              </a:rPr>
              <a:t>inputs</a:t>
            </a:r>
            <a:r>
              <a:rPr sz="2200" spc="-65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2200" spc="-50" dirty="0">
                <a:solidFill>
                  <a:srgbClr val="313131"/>
                </a:solidFill>
                <a:latin typeface="Arial MT"/>
                <a:cs typeface="Arial MT"/>
              </a:rPr>
              <a:t>into</a:t>
            </a:r>
            <a:r>
              <a:rPr sz="2200" spc="-9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200" spc="-135" dirty="0">
                <a:solidFill>
                  <a:srgbClr val="313131"/>
                </a:solidFill>
                <a:latin typeface="Arial MT"/>
                <a:cs typeface="Arial MT"/>
              </a:rPr>
              <a:t>spatial</a:t>
            </a:r>
            <a:r>
              <a:rPr sz="2200" spc="-2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D2D2D"/>
                </a:solidFill>
                <a:latin typeface="Arial MT"/>
                <a:cs typeface="Arial MT"/>
              </a:rPr>
              <a:t>intelligence.</a:t>
            </a:r>
            <a:endParaRPr sz="2200" dirty="0">
              <a:latin typeface="Arial MT"/>
              <a:cs typeface="Arial MT"/>
            </a:endParaRPr>
          </a:p>
          <a:p>
            <a:pPr marL="464820" marR="5080" indent="-452755">
              <a:lnSpc>
                <a:spcPts val="2350"/>
              </a:lnSpc>
              <a:spcBef>
                <a:spcPts val="1730"/>
              </a:spcBef>
            </a:pPr>
            <a:r>
              <a:rPr sz="2200" dirty="0">
                <a:solidFill>
                  <a:srgbClr val="5046DB"/>
                </a:solidFill>
                <a:latin typeface="Arial MT"/>
                <a:cs typeface="Arial MT"/>
              </a:rPr>
              <a:t>@</a:t>
            </a:r>
            <a:r>
              <a:rPr sz="2200" spc="25" dirty="0">
                <a:solidFill>
                  <a:srgbClr val="5046DB"/>
                </a:solidFill>
                <a:latin typeface="Arial MT"/>
                <a:cs typeface="Arial MT"/>
              </a:rPr>
              <a:t>  </a:t>
            </a:r>
            <a:r>
              <a:rPr sz="2200" spc="-105" dirty="0">
                <a:solidFill>
                  <a:srgbClr val="3B3B3B"/>
                </a:solidFill>
                <a:latin typeface="Arial MT"/>
                <a:cs typeface="Arial MT"/>
              </a:rPr>
              <a:t>Ubiquitous</a:t>
            </a:r>
            <a:r>
              <a:rPr sz="2200" spc="-45" dirty="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sz="2200" spc="-105" dirty="0">
                <a:solidFill>
                  <a:srgbClr val="313131"/>
                </a:solidFill>
                <a:latin typeface="Arial MT"/>
                <a:cs typeface="Arial MT"/>
              </a:rPr>
              <a:t>Deployment:</a:t>
            </a:r>
            <a:r>
              <a:rPr sz="2200" spc="1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200" spc="-95" dirty="0">
                <a:solidFill>
                  <a:srgbClr val="2F2F2F"/>
                </a:solidFill>
                <a:latin typeface="Arial MT"/>
                <a:cs typeface="Arial MT"/>
              </a:rPr>
              <a:t>Integrated</a:t>
            </a:r>
            <a:r>
              <a:rPr sz="2200" spc="120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2200" spc="-145" dirty="0">
                <a:solidFill>
                  <a:srgbClr val="313131"/>
                </a:solidFill>
                <a:latin typeface="Arial MT"/>
                <a:cs typeface="Arial MT"/>
              </a:rPr>
              <a:t>systems</a:t>
            </a:r>
            <a:r>
              <a:rPr sz="2200" spc="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200" spc="-120" dirty="0">
                <a:solidFill>
                  <a:srgbClr val="2D2D2D"/>
                </a:solidFill>
                <a:latin typeface="Arial MT"/>
                <a:cs typeface="Arial MT"/>
              </a:rPr>
              <a:t>guide</a:t>
            </a:r>
            <a:r>
              <a:rPr sz="2200" spc="-35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2200" spc="-140" dirty="0">
                <a:solidFill>
                  <a:srgbClr val="343434"/>
                </a:solidFill>
                <a:latin typeface="Arial MT"/>
                <a:cs typeface="Arial MT"/>
              </a:rPr>
              <a:t>modern</a:t>
            </a:r>
            <a:r>
              <a:rPr sz="2200" spc="-1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2200" spc="-85" dirty="0">
                <a:solidFill>
                  <a:srgbClr val="2B2B2B"/>
                </a:solidFill>
                <a:latin typeface="Arial MT"/>
                <a:cs typeface="Arial MT"/>
              </a:rPr>
              <a:t>industry</a:t>
            </a:r>
            <a:r>
              <a:rPr sz="2200" spc="-35" dirty="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333333"/>
                </a:solidFill>
                <a:latin typeface="Arial MT"/>
                <a:cs typeface="Arial MT"/>
              </a:rPr>
              <a:t>across </a:t>
            </a:r>
            <a:r>
              <a:rPr sz="2200" spc="-80" dirty="0">
                <a:solidFill>
                  <a:srgbClr val="313131"/>
                </a:solidFill>
                <a:latin typeface="Arial MT"/>
                <a:cs typeface="Arial MT"/>
              </a:rPr>
              <a:t>precision</a:t>
            </a:r>
            <a:r>
              <a:rPr sz="2200" spc="2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200" spc="-125" dirty="0">
                <a:solidFill>
                  <a:srgbClr val="2A2A2A"/>
                </a:solidFill>
                <a:latin typeface="Arial MT"/>
                <a:cs typeface="Arial MT"/>
              </a:rPr>
              <a:t>oncology,</a:t>
            </a:r>
            <a:r>
              <a:rPr sz="2200" spc="-2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2200" spc="-55" dirty="0">
                <a:solidFill>
                  <a:srgbClr val="262626"/>
                </a:solidFill>
                <a:latin typeface="Arial MT"/>
                <a:cs typeface="Arial MT"/>
              </a:rPr>
              <a:t>logistics</a:t>
            </a:r>
            <a:r>
              <a:rPr sz="2200" spc="5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2200" spc="-135" dirty="0">
                <a:solidFill>
                  <a:srgbClr val="2D2D2D"/>
                </a:solidFill>
                <a:latin typeface="Arial MT"/>
                <a:cs typeface="Arial MT"/>
              </a:rPr>
              <a:t>automations,</a:t>
            </a:r>
            <a:r>
              <a:rPr sz="2200" spc="125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2200" spc="-105" dirty="0">
                <a:solidFill>
                  <a:srgbClr val="2F2F2F"/>
                </a:solidFill>
                <a:latin typeface="Arial MT"/>
                <a:cs typeface="Arial MT"/>
              </a:rPr>
              <a:t>defense,</a:t>
            </a:r>
            <a:r>
              <a:rPr sz="2200" spc="-50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2200" spc="-180" dirty="0">
                <a:solidFill>
                  <a:srgbClr val="383838"/>
                </a:solidFill>
                <a:latin typeface="Arial MT"/>
                <a:cs typeface="Arial MT"/>
              </a:rPr>
              <a:t>and</a:t>
            </a:r>
            <a:r>
              <a:rPr sz="2200" spc="-85" dirty="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sz="2200" spc="-70" dirty="0">
                <a:solidFill>
                  <a:srgbClr val="2B2B2B"/>
                </a:solidFill>
                <a:latin typeface="Arial MT"/>
                <a:cs typeface="Arial MT"/>
              </a:rPr>
              <a:t>high-resolution</a:t>
            </a:r>
            <a:r>
              <a:rPr sz="2200" spc="-185" dirty="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sz="2200" spc="-65" dirty="0">
                <a:solidFill>
                  <a:srgbClr val="383838"/>
                </a:solidFill>
                <a:latin typeface="Arial MT"/>
                <a:cs typeface="Arial MT"/>
              </a:rPr>
              <a:t>Earth </a:t>
            </a:r>
            <a:r>
              <a:rPr sz="2200" spc="-40" dirty="0">
                <a:solidFill>
                  <a:srgbClr val="262626"/>
                </a:solidFill>
                <a:latin typeface="Arial MT"/>
                <a:cs typeface="Arial MT"/>
              </a:rPr>
              <a:t>surveillance.</a:t>
            </a:r>
            <a:endParaRPr sz="2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2200" dirty="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906869" y="1351132"/>
            <a:ext cx="928369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spc="155" dirty="0">
                <a:solidFill>
                  <a:srgbClr val="3D9793"/>
                </a:solidFill>
                <a:latin typeface="Calibri"/>
                <a:cs typeface="Calibri"/>
              </a:rPr>
              <a:t>0</a:t>
            </a:r>
            <a:r>
              <a:rPr sz="2050" spc="155" dirty="0">
                <a:solidFill>
                  <a:srgbClr val="36938A"/>
                </a:solidFill>
                <a:latin typeface="Calibri"/>
                <a:cs typeface="Calibri"/>
              </a:rPr>
              <a:t>5</a:t>
            </a:r>
            <a:r>
              <a:rPr sz="2050" spc="340" dirty="0">
                <a:solidFill>
                  <a:srgbClr val="36938A"/>
                </a:solidFill>
                <a:latin typeface="Calibri"/>
                <a:cs typeface="Calibri"/>
              </a:rPr>
              <a:t> </a:t>
            </a:r>
            <a:r>
              <a:rPr sz="2050" dirty="0">
                <a:solidFill>
                  <a:srgbClr val="1C8780"/>
                </a:solidFill>
                <a:latin typeface="Calibri"/>
                <a:cs typeface="Calibri"/>
              </a:rPr>
              <a:t>/</a:t>
            </a:r>
            <a:r>
              <a:rPr sz="2050" spc="225" dirty="0">
                <a:solidFill>
                  <a:srgbClr val="1C8780"/>
                </a:solidFill>
                <a:latin typeface="Calibri"/>
                <a:cs typeface="Calibri"/>
              </a:rPr>
              <a:t> </a:t>
            </a:r>
            <a:r>
              <a:rPr sz="2050" spc="130" dirty="0">
                <a:solidFill>
                  <a:srgbClr val="238379"/>
                </a:solidFill>
                <a:latin typeface="Calibri"/>
                <a:cs typeface="Calibri"/>
              </a:rPr>
              <a:t>0</a:t>
            </a:r>
            <a:r>
              <a:rPr sz="2050" spc="130" dirty="0">
                <a:solidFill>
                  <a:srgbClr val="3B9791"/>
                </a:solidFill>
                <a:latin typeface="Calibri"/>
                <a:cs typeface="Calibri"/>
              </a:rPr>
              <a:t>5</a:t>
            </a:r>
            <a:endParaRPr sz="2050">
              <a:latin typeface="Calibri"/>
              <a:cs typeface="Calibr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65270E2-6B9B-A972-9870-961E5DB84AE1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3052" y="160161"/>
            <a:ext cx="2589997" cy="2675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0342462-F4C8-3F7D-50CA-705B5C618E0A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7291050" y="160161"/>
            <a:ext cx="2176145" cy="267511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</TotalTime>
  <Words>366</Words>
  <Application>Microsoft Office PowerPoint</Application>
  <PresentationFormat>Custom</PresentationFormat>
  <Paragraphs>56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 MT</vt:lpstr>
      <vt:lpstr>Calibri</vt:lpstr>
      <vt:lpstr>Consolas</vt:lpstr>
      <vt:lpstr>Times New Roman</vt:lpstr>
      <vt:lpstr>Office Theme</vt:lpstr>
      <vt:lpstr>PowerPoint Presentation</vt:lpstr>
      <vt:lpstr>PowerPoint Presentation</vt:lpstr>
      <vt:lpstr>Core Distinctions</vt:lpstr>
      <vt:lpstr>Industry Application Mapping</vt:lpstr>
      <vt:lpstr>Conclusion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sunil sharma</dc:creator>
  <cp:lastModifiedBy>vannetisunil19@gmail.com</cp:lastModifiedBy>
  <cp:revision>2</cp:revision>
  <dcterms:created xsi:type="dcterms:W3CDTF">2026-07-14T10:15:51Z</dcterms:created>
  <dcterms:modified xsi:type="dcterms:W3CDTF">2026-07-21T06:06:09Z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2026-07-14T00:00:00Z</vt:filetime>
  </property>
  <property fmtid="{D5CDD505-2E9C-101B-9397-08002B2CF9AE}" pid="4" name="LastSaved">
    <vt:filetime>2026-07-14T00:00:00Z</vt:filetime>
  </property>
</Properties>
</file>